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48" r:id="rId1"/>
  </p:sldMasterIdLst>
  <p:notesMasterIdLst>
    <p:notesMasterId r:id="rId25"/>
  </p:notesMasterIdLst>
  <p:handoutMasterIdLst>
    <p:handoutMasterId r:id="rId26"/>
  </p:handoutMasterIdLst>
  <p:sldIdLst>
    <p:sldId id="269" r:id="rId2"/>
    <p:sldId id="270" r:id="rId3"/>
    <p:sldId id="275" r:id="rId4"/>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 id="273" r:id="rId22"/>
    <p:sldId id="272" r:id="rId23"/>
    <p:sldId id="26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4960"/>
    <a:srgbClr val="FCE32D"/>
    <a:srgbClr val="A72931"/>
    <a:srgbClr val="B6B6B6"/>
    <a:srgbClr val="0091B9"/>
    <a:srgbClr val="F8E12B"/>
    <a:srgbClr val="0092B9"/>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991"/>
    <p:restoredTop sz="84994" autoAdjust="0"/>
  </p:normalViewPr>
  <p:slideViewPr>
    <p:cSldViewPr snapToGrid="0" snapToObjects="1" showGuides="1">
      <p:cViewPr varScale="1">
        <p:scale>
          <a:sx n="96" d="100"/>
          <a:sy n="96" d="100"/>
        </p:scale>
        <p:origin x="648" y="72"/>
      </p:cViewPr>
      <p:guideLst>
        <p:guide orient="horz" pos="2160"/>
        <p:guide pos="3840"/>
      </p:guideLst>
    </p:cSldViewPr>
  </p:slideViewPr>
  <p:notesTextViewPr>
    <p:cViewPr>
      <p:scale>
        <a:sx n="85" d="100"/>
        <a:sy n="85" d="100"/>
      </p:scale>
      <p:origin x="0" y="0"/>
    </p:cViewPr>
  </p:notesTextViewPr>
  <p:notesViewPr>
    <p:cSldViewPr snapToGrid="0" snapToObjects="1" showGuides="1">
      <p:cViewPr varScale="1">
        <p:scale>
          <a:sx n="86" d="100"/>
          <a:sy n="86" d="100"/>
        </p:scale>
        <p:origin x="2736"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b="1" dirty="0">
              <a:latin typeface="Open Sans Semibold" panose="020B060603050402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02FAFB1-094A-5D42-8886-B282110F4595}" type="datetimeFigureOut">
              <a:rPr lang="en-US" b="1" smtClean="0">
                <a:latin typeface="Open Sans Semibold" panose="020B0606030504020204" pitchFamily="34" charset="0"/>
              </a:rPr>
              <a:t>6/15/2026</a:t>
            </a:fld>
            <a:endParaRPr lang="en-US" b="1" dirty="0">
              <a:latin typeface="Open Sans Semibold" panose="020B0606030504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b="1" dirty="0">
              <a:latin typeface="Open Sans Semibold" panose="020B0606030504020204"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E82984-3105-B544-B3D7-84F0E25761C1}" type="slidenum">
              <a:rPr lang="en-US" b="1" smtClean="0">
                <a:latin typeface="Open Sans Semibold" panose="020B0606030504020204" pitchFamily="34" charset="0"/>
              </a:rPr>
              <a:t>‹#›</a:t>
            </a:fld>
            <a:endParaRPr lang="en-US" b="1" dirty="0">
              <a:latin typeface="Open Sans Semibold" panose="020B0606030504020204" pitchFamily="34" charset="0"/>
            </a:endParaRPr>
          </a:p>
        </p:txBody>
      </p:sp>
    </p:spTree>
    <p:extLst>
      <p:ext uri="{BB962C8B-B14F-4D97-AF65-F5344CB8AC3E}">
        <p14:creationId xmlns:p14="http://schemas.microsoft.com/office/powerpoint/2010/main" val="16262991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1" i="0">
                <a:latin typeface="Open Sans Semibold" panose="020B0606030504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1" i="0">
                <a:latin typeface="Open Sans Semibold" panose="020B0606030504020204" pitchFamily="34" charset="0"/>
              </a:defRPr>
            </a:lvl1pPr>
          </a:lstStyle>
          <a:p>
            <a:fld id="{E128261A-6A60-FE4F-8563-E0524938461B}" type="datetimeFigureOut">
              <a:rPr lang="en-US" smtClean="0"/>
              <a:pPr/>
              <a:t>6/15/2026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1" i="0">
                <a:latin typeface="Open Sans Semibold" panose="020B0606030504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1" i="0">
                <a:latin typeface="Open Sans Semibold" panose="020B0606030504020204" pitchFamily="34" charset="0"/>
              </a:defRPr>
            </a:lvl1pPr>
          </a:lstStyle>
          <a:p>
            <a:fld id="{A69C946F-C9B2-9B49-8DCA-D38D97C43A2F}" type="slidenum">
              <a:rPr lang="en-US" smtClean="0"/>
              <a:pPr/>
              <a:t>‹#›</a:t>
            </a:fld>
            <a:endParaRPr lang="en-US" dirty="0"/>
          </a:p>
        </p:txBody>
      </p:sp>
    </p:spTree>
    <p:extLst>
      <p:ext uri="{BB962C8B-B14F-4D97-AF65-F5344CB8AC3E}">
        <p14:creationId xmlns:p14="http://schemas.microsoft.com/office/powerpoint/2010/main" val="120702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b="1" i="0" kern="1200">
        <a:solidFill>
          <a:schemeClr val="tx1"/>
        </a:solidFill>
        <a:latin typeface="Open Sans Semibold" panose="020B0606030504020204" pitchFamily="34" charset="0"/>
        <a:ea typeface="+mn-ea"/>
        <a:cs typeface="+mn-cs"/>
      </a:defRPr>
    </a:lvl1pPr>
    <a:lvl2pPr marL="457200" algn="l" defTabSz="914400" rtl="0" eaLnBrk="1" latinLnBrk="0" hangingPunct="1">
      <a:defRPr sz="1200" b="1" i="0" kern="1200">
        <a:solidFill>
          <a:schemeClr val="tx1"/>
        </a:solidFill>
        <a:latin typeface="Open Sans Semibold" panose="020B0606030504020204" pitchFamily="34" charset="0"/>
        <a:ea typeface="+mn-ea"/>
        <a:cs typeface="+mn-cs"/>
      </a:defRPr>
    </a:lvl2pPr>
    <a:lvl3pPr marL="914400" algn="l" defTabSz="914400" rtl="0" eaLnBrk="1" latinLnBrk="0" hangingPunct="1">
      <a:defRPr sz="1200" b="1" i="0" kern="1200">
        <a:solidFill>
          <a:schemeClr val="tx1"/>
        </a:solidFill>
        <a:latin typeface="Open Sans Semibold" panose="020B0606030504020204" pitchFamily="34" charset="0"/>
        <a:ea typeface="+mn-ea"/>
        <a:cs typeface="+mn-cs"/>
      </a:defRPr>
    </a:lvl3pPr>
    <a:lvl4pPr marL="1371600" algn="l" defTabSz="914400" rtl="0" eaLnBrk="1" latinLnBrk="0" hangingPunct="1">
      <a:defRPr sz="1200" b="1" i="0" kern="1200">
        <a:solidFill>
          <a:schemeClr val="tx1"/>
        </a:solidFill>
        <a:latin typeface="Open Sans Semibold" panose="020B0606030504020204" pitchFamily="34" charset="0"/>
        <a:ea typeface="+mn-ea"/>
        <a:cs typeface="+mn-cs"/>
      </a:defRPr>
    </a:lvl4pPr>
    <a:lvl5pPr marL="1828800" algn="l" defTabSz="914400" rtl="0" eaLnBrk="1" latinLnBrk="0" hangingPunct="1">
      <a:defRPr sz="1200" b="1" i="0" kern="1200">
        <a:solidFill>
          <a:schemeClr val="tx1"/>
        </a:solidFill>
        <a:latin typeface="Open Sans Semibold" panose="020B0606030504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r>
              <a:rPr lang="en-US"/>
              <a:t>0</a:t>
            </a:r>
            <a:endParaRPr lang="en-US" dirty="0"/>
          </a:p>
        </p:txBody>
      </p:sp>
    </p:spTree>
    <p:extLst>
      <p:ext uri="{BB962C8B-B14F-4D97-AF65-F5344CB8AC3E}">
        <p14:creationId xmlns:p14="http://schemas.microsoft.com/office/powerpoint/2010/main" val="17660449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r>
              <a:rPr lang="en-US"/>
              <a:t>1</a:t>
            </a:r>
            <a:endParaRPr lang="en-US" dirty="0"/>
          </a:p>
        </p:txBody>
      </p:sp>
    </p:spTree>
    <p:extLst>
      <p:ext uri="{BB962C8B-B14F-4D97-AF65-F5344CB8AC3E}">
        <p14:creationId xmlns:p14="http://schemas.microsoft.com/office/powerpoint/2010/main" val="20232102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Quick framing. My goal is breadth, not depth. I want you to walk away knowing these things exist so you can go find them later. Most are documented in the IG Guidance IG. Because I am using live examples rather than screenshots, the deck itself is mostly hyperlinks. Here is a QR code so you can grab all the links and follow along.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First up: requirements. We already make a lot of conformance computable through profiles and capability statements, but the conformance statements buried in narrative text are not. Pulling those out by hand is tedious and error-prone. The Publisher now lets you tag those statements right in the text, attribute them to actors and categories, flag conditional ones, and it builds you a filterable cross-reference table plus a real Requirements resource.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Next, change tracking. Readers often want to know what moved since the last release, but baking change styling into the page annoys everyone who does not care. You can now tag changed content at the element level and give readers a toggle so they choose whether to see the changes.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The Publisher ships a lot of validation, but your project may have its own rules. With custom templates you can enforce them: require capability statements, demand a particular dependency, insist on navigation or a dependencies section, check your change log.</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Logical models let us describe non-FHIR structures, CDA, V2, CDS Hooks, OpenEHR, and so on. We used to say they could not have instances. Now they can. You can embed rendering instructions, profile a logical model, carry an instance as a Binary, and point back to the model so it gets validated.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Often you want to show just a piece of an example on a page. Pasting it by hand is ugly and breaks the moment the profile changes. Instead, keep the fragment inside a real example that gets validated normally, then reference the slice you want from your page, telling it the path and what to trim. JSON or XML.</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If you have ever maintained base64 by hand, you know the pain. Now you drop the original file in as an input and point at it with a small bit of syntax in your resource, and the Publisher encodes and embeds it on every build.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The Publisher renders every resource for you, but its defaults are not always what you want. With FHIRPath Liquid templates, at the IG or template level, you take control of the narrative: your formatting, your extensions, your ordering.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A nod to our OpenEHR friends. As HL7 and OpenEHR move closer, the Publisher can now render logical models in OpenEHR and ADL styles, which plays to one of their strengths.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Diagrams are usually a separate tool, an export, and a step you forget. With Mermaid you write the diagram as text right in your page and it renders. With PlantUML you drop a source file in images-source and the Publisher builds the SVG for you. Now your diagrams are diffable and searchable.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We have always had UML for resources and data types, but not for profiles. Now you flip a parameter and the Publisher draws profile UML for you. The auto-layout is not clever, so you nudge it in InkScape, and the good news is it remembers your tweaks across regenerations.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Sometimes you want a summary of your own artifacts on a page, counts by type, categorized examples, cross-references. Hand-maintaining those is a recipe for stale, wrong numbers. The Publisher exposes standard tables of your artifacts that you can query with SQL right in the page, and you can even define new tables on the fly with SQL-on-FHIR views.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Need a hundred similar instances for testing? Hand-maintaining them is misery. Factories let you define a profile or a Liquid template and generate instances from source data, CSV, Excel, SQLite, even a value set. Change the structure once and regenerate.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We can already render test data and run SQL-on-FHIR. But what if you have arbitrary JSON or XML, say a CDS Hooks payload, that you just want to display nicely? Write a Liquid file to navigate it and add a command in your page pointing at it.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IGs are enormous and full of generated redundancy, which makes them token-hungry and awkward for LLMs. The Publisher can now produce a markdown-only zip that strips the noise, an efficient way to hand your IG's knowledge to a model. It is just sitting there as ai.zip in your output.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The Publisher validates your links, and for hl7.org URLs it flags anything it does not recognize. You can fix that by declaring a dependency, but that drags in the whole artifact and slows your build. Declaring an IG as related gets you link resolution without the heavyweight dependency.</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Examples are expected to validate, but sometimes you want a deliberately broken one to prove your constraints and slicing actually bite. You can now mark an instance as a test case with expected errors, so it does its job without failing your build.</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That was a fast tour. The Publisher has a lot of capability, and the list keeps growing. Most of what you saw is documented in the IG Guidance IG, and if you get stuck, the IG Creation stream on chat.fhir.org is the place to ask. Thank you, and I am happy to take questions.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r>
              <a:rPr lang="en-US"/>
              <a:t>15</a:t>
            </a:r>
            <a:endParaRPr lang="en-US" dirty="0"/>
          </a:p>
        </p:txBody>
      </p:sp>
    </p:spTree>
    <p:extLst>
      <p:ext uri="{BB962C8B-B14F-4D97-AF65-F5344CB8AC3E}">
        <p14:creationId xmlns:p14="http://schemas.microsoft.com/office/powerpoint/2010/main" val="21868925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r>
              <a:rPr lang="en-US"/>
              <a:t>16</a:t>
            </a:r>
            <a:endParaRPr lang="en-US" dirty="0"/>
          </a:p>
        </p:txBody>
      </p:sp>
    </p:spTree>
    <p:extLst>
      <p:ext uri="{BB962C8B-B14F-4D97-AF65-F5344CB8AC3E}">
        <p14:creationId xmlns:p14="http://schemas.microsoft.com/office/powerpoint/2010/main" val="30041976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r>
              <a:rPr lang="en-US"/>
              <a:t>17</a:t>
            </a:r>
            <a:endParaRPr lang="en-US" dirty="0"/>
          </a:p>
        </p:txBody>
      </p:sp>
    </p:spTree>
    <p:extLst>
      <p:ext uri="{BB962C8B-B14F-4D97-AF65-F5344CB8AC3E}">
        <p14:creationId xmlns:p14="http://schemas.microsoft.com/office/powerpoint/2010/main" val="131907905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Opening Slide">
    <p:spTree>
      <p:nvGrpSpPr>
        <p:cNvPr id="1" name=""/>
        <p:cNvGrpSpPr/>
        <p:nvPr/>
      </p:nvGrpSpPr>
      <p:grpSpPr>
        <a:xfrm>
          <a:off x="0" y="0"/>
          <a:ext cx="0" cy="0"/>
          <a:chOff x="0" y="0"/>
          <a:chExt cx="0" cy="0"/>
        </a:xfrm>
      </p:grpSpPr>
      <p:sp>
        <p:nvSpPr>
          <p:cNvPr id="4" name="TextBox 3"/>
          <p:cNvSpPr txBox="1"/>
          <p:nvPr userDrawn="1"/>
        </p:nvSpPr>
        <p:spPr>
          <a:xfrm>
            <a:off x="-787078" y="2581154"/>
            <a:ext cx="184731" cy="553998"/>
          </a:xfrm>
          <a:prstGeom prst="rect">
            <a:avLst/>
          </a:prstGeom>
        </p:spPr>
        <p:txBody>
          <a:bodyPr wrap="none" rtlCol="0">
            <a:spAutoFit/>
          </a:bodyPr>
          <a:lstStyle/>
          <a:p>
            <a:endParaRPr lang="en-US" sz="3000" b="1" i="0" dirty="0">
              <a:latin typeface="Open Sans Semibold" panose="020B0606030504020204" pitchFamily="34" charset="0"/>
            </a:endParaRPr>
          </a:p>
        </p:txBody>
      </p:sp>
      <p:pic>
        <p:nvPicPr>
          <p:cNvPr id="3" name="Picture 2">
            <a:extLst>
              <a:ext uri="{FF2B5EF4-FFF2-40B4-BE49-F238E27FC236}">
                <a16:creationId xmlns:a16="http://schemas.microsoft.com/office/drawing/2014/main" id="{DB35EDDA-3C0D-1241-AC8F-D017C7E79D30}"/>
              </a:ext>
            </a:extLst>
          </p:cNvPr>
          <p:cNvPicPr>
            <a:picLocks noChangeAspect="1"/>
          </p:cNvPicPr>
          <p:nvPr userDrawn="1"/>
        </p:nvPicPr>
        <p:blipFill>
          <a:blip r:embed="rId2"/>
          <a:srcRect/>
          <a:stretch/>
        </p:blipFill>
        <p:spPr>
          <a:xfrm>
            <a:off x="1" y="2338987"/>
            <a:ext cx="12191999" cy="4190999"/>
          </a:xfrm>
          <a:prstGeom prst="rect">
            <a:avLst/>
          </a:prstGeom>
        </p:spPr>
      </p:pic>
      <p:pic>
        <p:nvPicPr>
          <p:cNvPr id="16" name="Picture 15">
            <a:extLst>
              <a:ext uri="{FF2B5EF4-FFF2-40B4-BE49-F238E27FC236}">
                <a16:creationId xmlns:a16="http://schemas.microsoft.com/office/drawing/2014/main" id="{6AD37FFF-18DE-4F4D-B77B-22BABB2CEC3A}"/>
              </a:ext>
            </a:extLst>
          </p:cNvPr>
          <p:cNvPicPr>
            <a:picLocks noChangeAspect="1"/>
          </p:cNvPicPr>
          <p:nvPr userDrawn="1"/>
        </p:nvPicPr>
        <p:blipFill>
          <a:blip r:embed="rId3"/>
          <a:srcRect/>
          <a:stretch/>
        </p:blipFill>
        <p:spPr>
          <a:xfrm>
            <a:off x="3846315" y="280459"/>
            <a:ext cx="4198193" cy="658957"/>
          </a:xfrm>
          <a:prstGeom prst="rect">
            <a:avLst/>
          </a:prstGeom>
        </p:spPr>
      </p:pic>
      <p:sp>
        <p:nvSpPr>
          <p:cNvPr id="19" name="Rectangle 18">
            <a:extLst>
              <a:ext uri="{FF2B5EF4-FFF2-40B4-BE49-F238E27FC236}">
                <a16:creationId xmlns:a16="http://schemas.microsoft.com/office/drawing/2014/main" id="{4938C624-0D8D-7E41-BEF0-C701F9C77C76}"/>
              </a:ext>
            </a:extLst>
          </p:cNvPr>
          <p:cNvSpPr/>
          <p:nvPr userDrawn="1"/>
        </p:nvSpPr>
        <p:spPr>
          <a:xfrm>
            <a:off x="0" y="5309666"/>
            <a:ext cx="12192000" cy="1573719"/>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0" dirty="0">
              <a:latin typeface="Open Sans Semibold" panose="020B0606030504020204" pitchFamily="34" charset="0"/>
            </a:endParaRPr>
          </a:p>
        </p:txBody>
      </p:sp>
      <p:sp>
        <p:nvSpPr>
          <p:cNvPr id="5" name="Text Placeholder 11">
            <a:extLst>
              <a:ext uri="{FF2B5EF4-FFF2-40B4-BE49-F238E27FC236}">
                <a16:creationId xmlns:a16="http://schemas.microsoft.com/office/drawing/2014/main" id="{C2AE1739-E845-8A25-C071-BFCF66D89432}"/>
              </a:ext>
            </a:extLst>
          </p:cNvPr>
          <p:cNvSpPr txBox="1">
            <a:spLocks/>
          </p:cNvSpPr>
          <p:nvPr userDrawn="1"/>
        </p:nvSpPr>
        <p:spPr>
          <a:xfrm>
            <a:off x="1253486" y="2867666"/>
            <a:ext cx="10515600" cy="784225"/>
          </a:xfrm>
          <a:prstGeom prst="rect">
            <a:avLst/>
          </a:prstGeom>
        </p:spPr>
        <p:txBody>
          <a:bodyPr anchor="ctr" anchorCtr="0"/>
          <a:lstStyle>
            <a:lvl1pPr marL="0" indent="0" algn="ctr" defTabSz="914400" rtl="0" eaLnBrk="1" latinLnBrk="0" hangingPunct="1">
              <a:lnSpc>
                <a:spcPct val="90000"/>
              </a:lnSpc>
              <a:spcBef>
                <a:spcPts val="1000"/>
              </a:spcBef>
              <a:buFont typeface="Arial"/>
              <a:buNone/>
              <a:defRPr sz="3800" kern="1200">
                <a:solidFill>
                  <a:schemeClr val="tx1">
                    <a:lumMod val="65000"/>
                    <a:lumOff val="35000"/>
                  </a:schemeClr>
                </a:solidFill>
                <a:latin typeface="Calibri" charset="0"/>
                <a:ea typeface="Calibri" charset="0"/>
                <a:cs typeface="Calibri"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l"/>
            <a:r>
              <a:rPr lang="en-GB" b="1" i="0" dirty="0">
                <a:solidFill>
                  <a:srgbClr val="FFD82D"/>
                </a:solidFill>
                <a:effectLst/>
                <a:latin typeface="Roboto" panose="02000000000000000000" pitchFamily="2" charset="0"/>
              </a:rPr>
              <a:t>HL7 FHIR </a:t>
            </a:r>
            <a:r>
              <a:rPr lang="en-GB" b="1" i="0" dirty="0" err="1">
                <a:solidFill>
                  <a:srgbClr val="FFD82D"/>
                </a:solidFill>
                <a:effectLst/>
                <a:latin typeface="Roboto" panose="02000000000000000000" pitchFamily="2" charset="0"/>
              </a:rPr>
              <a:t>DevDays</a:t>
            </a:r>
            <a:br>
              <a:rPr lang="en-GB" b="1" i="0" dirty="0">
                <a:solidFill>
                  <a:srgbClr val="FFD82D"/>
                </a:solidFill>
                <a:effectLst/>
                <a:latin typeface="Roboto" panose="02000000000000000000" pitchFamily="2" charset="0"/>
              </a:rPr>
            </a:br>
            <a:endParaRPr lang="en-GB" b="1" i="0" dirty="0">
              <a:solidFill>
                <a:srgbClr val="FFD82D"/>
              </a:solidFill>
              <a:effectLst/>
              <a:latin typeface="Roboto" panose="02000000000000000000" pitchFamily="2" charset="0"/>
            </a:endParaRPr>
          </a:p>
        </p:txBody>
      </p:sp>
      <p:sp>
        <p:nvSpPr>
          <p:cNvPr id="6" name="Text Placeholder 11">
            <a:extLst>
              <a:ext uri="{FF2B5EF4-FFF2-40B4-BE49-F238E27FC236}">
                <a16:creationId xmlns:a16="http://schemas.microsoft.com/office/drawing/2014/main" id="{29CB3B69-12B6-1B0A-646D-2C474C59C4A1}"/>
              </a:ext>
            </a:extLst>
          </p:cNvPr>
          <p:cNvSpPr txBox="1">
            <a:spLocks/>
          </p:cNvSpPr>
          <p:nvPr userDrawn="1"/>
        </p:nvSpPr>
        <p:spPr>
          <a:xfrm>
            <a:off x="1253486" y="3324866"/>
            <a:ext cx="10515600" cy="784225"/>
          </a:xfrm>
          <a:prstGeom prst="rect">
            <a:avLst/>
          </a:prstGeom>
        </p:spPr>
        <p:txBody>
          <a:bodyPr anchor="ctr" anchorCtr="0"/>
          <a:lstStyle>
            <a:lvl1pPr marL="0" indent="0" algn="ctr" defTabSz="914400" rtl="0" eaLnBrk="1" latinLnBrk="0" hangingPunct="1">
              <a:lnSpc>
                <a:spcPct val="90000"/>
              </a:lnSpc>
              <a:spcBef>
                <a:spcPts val="1000"/>
              </a:spcBef>
              <a:buFont typeface="Arial"/>
              <a:buNone/>
              <a:defRPr sz="3800" kern="1200">
                <a:solidFill>
                  <a:schemeClr val="tx1">
                    <a:lumMod val="65000"/>
                    <a:lumOff val="35000"/>
                  </a:schemeClr>
                </a:solidFill>
                <a:latin typeface="Calibri" charset="0"/>
                <a:ea typeface="Calibri" charset="0"/>
                <a:cs typeface="Calibri"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l"/>
            <a:r>
              <a:rPr lang="en-GB" sz="2400" b="1" i="0" baseline="0" dirty="0">
                <a:solidFill>
                  <a:srgbClr val="FFD82D"/>
                </a:solidFill>
                <a:effectLst/>
                <a:latin typeface="Roboto" panose="02000000000000000000" pitchFamily="2" charset="0"/>
              </a:rPr>
              <a:t>The largest FHIR-only</a:t>
            </a:r>
            <a:br>
              <a:rPr lang="en-GB" sz="2400" b="1" i="0" baseline="0" dirty="0">
                <a:solidFill>
                  <a:srgbClr val="FFD82D"/>
                </a:solidFill>
                <a:effectLst/>
                <a:latin typeface="Roboto" panose="02000000000000000000" pitchFamily="2" charset="0"/>
              </a:rPr>
            </a:br>
            <a:r>
              <a:rPr lang="en-GB" sz="2400" b="1" i="0" baseline="0" dirty="0">
                <a:solidFill>
                  <a:srgbClr val="FFD82D"/>
                </a:solidFill>
                <a:effectLst/>
                <a:latin typeface="Roboto" panose="02000000000000000000" pitchFamily="2" charset="0"/>
              </a:rPr>
              <a:t>event in the world</a:t>
            </a:r>
          </a:p>
        </p:txBody>
      </p:sp>
      <p:sp>
        <p:nvSpPr>
          <p:cNvPr id="8" name="Text Placeholder 11">
            <a:extLst>
              <a:ext uri="{FF2B5EF4-FFF2-40B4-BE49-F238E27FC236}">
                <a16:creationId xmlns:a16="http://schemas.microsoft.com/office/drawing/2014/main" id="{7C5BFA46-7080-1DEA-3859-6133A3941FDC}"/>
              </a:ext>
            </a:extLst>
          </p:cNvPr>
          <p:cNvSpPr txBox="1">
            <a:spLocks/>
          </p:cNvSpPr>
          <p:nvPr userDrawn="1"/>
        </p:nvSpPr>
        <p:spPr>
          <a:xfrm>
            <a:off x="1253486" y="4317266"/>
            <a:ext cx="10515600" cy="784225"/>
          </a:xfrm>
          <a:prstGeom prst="rect">
            <a:avLst/>
          </a:prstGeom>
        </p:spPr>
        <p:txBody>
          <a:bodyPr anchor="ctr" anchorCtr="0"/>
          <a:lstStyle>
            <a:lvl1pPr marL="0" indent="0" algn="ctr" defTabSz="914400" rtl="0" eaLnBrk="1" latinLnBrk="0" hangingPunct="1">
              <a:lnSpc>
                <a:spcPct val="90000"/>
              </a:lnSpc>
              <a:spcBef>
                <a:spcPts val="1000"/>
              </a:spcBef>
              <a:buFont typeface="Arial"/>
              <a:buNone/>
              <a:defRPr sz="3800" kern="1200">
                <a:solidFill>
                  <a:schemeClr val="tx1">
                    <a:lumMod val="65000"/>
                    <a:lumOff val="35000"/>
                  </a:schemeClr>
                </a:solidFill>
                <a:latin typeface="Calibri" charset="0"/>
                <a:ea typeface="Calibri" charset="0"/>
                <a:cs typeface="Calibri"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l"/>
            <a:r>
              <a:rPr lang="en-GB" sz="1600" b="1" i="0" baseline="0" dirty="0">
                <a:solidFill>
                  <a:schemeClr val="bg1"/>
                </a:solidFill>
                <a:effectLst/>
                <a:latin typeface="Roboto" panose="02000000000000000000" pitchFamily="2" charset="0"/>
              </a:rPr>
              <a:t>Minneapolis, MN</a:t>
            </a:r>
          </a:p>
          <a:p>
            <a:pPr algn="l"/>
            <a:r>
              <a:rPr lang="en-GB" sz="1600" b="1" i="0" baseline="0" dirty="0" err="1">
                <a:solidFill>
                  <a:schemeClr val="bg1"/>
                </a:solidFill>
                <a:effectLst/>
                <a:latin typeface="Roboto" panose="02000000000000000000" pitchFamily="2" charset="0"/>
              </a:rPr>
              <a:t>www.devdays.com</a:t>
            </a:r>
            <a:endParaRPr lang="en-GB" sz="1600" b="1" i="0" baseline="0" dirty="0">
              <a:solidFill>
                <a:schemeClr val="bg1"/>
              </a:solidFill>
              <a:effectLst/>
              <a:latin typeface="Roboto" panose="02000000000000000000" pitchFamily="2" charset="0"/>
            </a:endParaRPr>
          </a:p>
          <a:p>
            <a:pPr algn="l"/>
            <a:endParaRPr lang="en-GB" sz="1600" b="1" i="0" baseline="0" dirty="0">
              <a:solidFill>
                <a:schemeClr val="bg1"/>
              </a:solidFill>
              <a:effectLst/>
              <a:latin typeface="Roboto" panose="02000000000000000000" pitchFamily="2" charset="0"/>
            </a:endParaRPr>
          </a:p>
        </p:txBody>
      </p:sp>
      <p:sp>
        <p:nvSpPr>
          <p:cNvPr id="7" name="Rectangle 6">
            <a:extLst>
              <a:ext uri="{FF2B5EF4-FFF2-40B4-BE49-F238E27FC236}">
                <a16:creationId xmlns:a16="http://schemas.microsoft.com/office/drawing/2014/main" id="{3B13B5BC-5A3A-5E7B-D634-363F86ED6400}"/>
              </a:ext>
            </a:extLst>
          </p:cNvPr>
          <p:cNvSpPr/>
          <p:nvPr userDrawn="1"/>
        </p:nvSpPr>
        <p:spPr>
          <a:xfrm>
            <a:off x="0" y="1189104"/>
            <a:ext cx="12192000" cy="1245362"/>
          </a:xfrm>
          <a:prstGeom prst="rect">
            <a:avLst/>
          </a:prstGeom>
          <a:solidFill>
            <a:srgbClr val="FCE3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 Placeholder 11">
            <a:extLst>
              <a:ext uri="{FF2B5EF4-FFF2-40B4-BE49-F238E27FC236}">
                <a16:creationId xmlns:a16="http://schemas.microsoft.com/office/drawing/2014/main" id="{F419FCED-BCF4-C294-3CAC-6C7CD9BF8B6B}"/>
              </a:ext>
            </a:extLst>
          </p:cNvPr>
          <p:cNvSpPr>
            <a:spLocks noGrp="1"/>
          </p:cNvSpPr>
          <p:nvPr>
            <p:ph type="body" sz="quarter" idx="10" hasCustomPrompt="1"/>
          </p:nvPr>
        </p:nvSpPr>
        <p:spPr>
          <a:xfrm>
            <a:off x="838200" y="1213327"/>
            <a:ext cx="10515600" cy="942158"/>
          </a:xfrm>
          <a:prstGeom prst="rect">
            <a:avLst/>
          </a:prstGeom>
        </p:spPr>
        <p:txBody>
          <a:bodyPr anchor="ctr" anchorCtr="0"/>
          <a:lstStyle>
            <a:lvl1pPr marL="0" indent="0" algn="ctr">
              <a:lnSpc>
                <a:spcPct val="100000"/>
              </a:lnSpc>
              <a:buNone/>
              <a:defRPr sz="2800" baseline="0">
                <a:ln>
                  <a:noFill/>
                </a:ln>
                <a:solidFill>
                  <a:schemeClr val="tx1">
                    <a:lumMod val="65000"/>
                    <a:lumOff val="35000"/>
                  </a:schemeClr>
                </a:solidFill>
                <a:latin typeface="Calibri" charset="0"/>
                <a:ea typeface="Calibri" charset="0"/>
                <a:cs typeface="Calibri" charset="0"/>
              </a:defRPr>
            </a:lvl1pPr>
          </a:lstStyle>
          <a:p>
            <a:pPr lvl="0"/>
            <a:r>
              <a:rPr lang="en-US" dirty="0"/>
              <a:t>Title of presentation</a:t>
            </a:r>
          </a:p>
        </p:txBody>
      </p:sp>
      <p:sp>
        <p:nvSpPr>
          <p:cNvPr id="11" name="Rectangle 10">
            <a:extLst>
              <a:ext uri="{FF2B5EF4-FFF2-40B4-BE49-F238E27FC236}">
                <a16:creationId xmlns:a16="http://schemas.microsoft.com/office/drawing/2014/main" id="{6A626BFC-6193-4960-BEFB-D9E780D5811F}"/>
              </a:ext>
            </a:extLst>
          </p:cNvPr>
          <p:cNvSpPr/>
          <p:nvPr userDrawn="1"/>
        </p:nvSpPr>
        <p:spPr>
          <a:xfrm>
            <a:off x="0" y="1957609"/>
            <a:ext cx="12192000" cy="524296"/>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itle 1">
            <a:extLst>
              <a:ext uri="{FF2B5EF4-FFF2-40B4-BE49-F238E27FC236}">
                <a16:creationId xmlns:a16="http://schemas.microsoft.com/office/drawing/2014/main" id="{9B0831A5-20BF-2D6A-9E54-D1EA71399154}"/>
              </a:ext>
            </a:extLst>
          </p:cNvPr>
          <p:cNvSpPr>
            <a:spLocks noGrp="1"/>
          </p:cNvSpPr>
          <p:nvPr>
            <p:ph type="title" hasCustomPrompt="1"/>
          </p:nvPr>
        </p:nvSpPr>
        <p:spPr>
          <a:xfrm>
            <a:off x="838200" y="1958943"/>
            <a:ext cx="10515600" cy="441529"/>
          </a:xfrm>
          <a:prstGeom prst="rect">
            <a:avLst/>
          </a:prstGeom>
        </p:spPr>
        <p:txBody>
          <a:bodyPr tIns="54000" anchor="ctr" anchorCtr="0"/>
          <a:lstStyle>
            <a:lvl1pPr>
              <a:defRPr sz="2200">
                <a:solidFill>
                  <a:schemeClr val="bg1"/>
                </a:solidFill>
                <a:latin typeface="Calibri" charset="0"/>
                <a:ea typeface="Calibri" charset="0"/>
                <a:cs typeface="Calibri" charset="0"/>
              </a:defRPr>
            </a:lvl1pPr>
          </a:lstStyle>
          <a:p>
            <a:r>
              <a:rPr lang="en-US" dirty="0"/>
              <a:t>Speaker Name and Company </a:t>
            </a:r>
          </a:p>
        </p:txBody>
      </p:sp>
      <p:sp>
        <p:nvSpPr>
          <p:cNvPr id="15" name="Rectangle 14">
            <a:extLst>
              <a:ext uri="{FF2B5EF4-FFF2-40B4-BE49-F238E27FC236}">
                <a16:creationId xmlns:a16="http://schemas.microsoft.com/office/drawing/2014/main" id="{1D6F7A54-E6A3-4D0E-841C-58885BF71A68}"/>
              </a:ext>
            </a:extLst>
          </p:cNvPr>
          <p:cNvSpPr/>
          <p:nvPr userDrawn="1"/>
        </p:nvSpPr>
        <p:spPr>
          <a:xfrm>
            <a:off x="0" y="1182730"/>
            <a:ext cx="12192000" cy="125999"/>
          </a:xfrm>
          <a:prstGeom prst="rect">
            <a:avLst/>
          </a:prstGeom>
          <a:solidFill>
            <a:srgbClr val="B6B6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797682B1-9E20-27B0-3334-3126914A2BC5}"/>
              </a:ext>
            </a:extLst>
          </p:cNvPr>
          <p:cNvPicPr>
            <a:picLocks noChangeAspect="1"/>
          </p:cNvPicPr>
          <p:nvPr userDrawn="1"/>
        </p:nvPicPr>
        <p:blipFill>
          <a:blip r:embed="rId4"/>
          <a:srcRect/>
          <a:stretch/>
        </p:blipFill>
        <p:spPr>
          <a:xfrm>
            <a:off x="10526104" y="66501"/>
            <a:ext cx="1523597" cy="524517"/>
          </a:xfrm>
          <a:prstGeom prst="rect">
            <a:avLst/>
          </a:prstGeom>
        </p:spPr>
      </p:pic>
      <p:sp>
        <p:nvSpPr>
          <p:cNvPr id="18" name="TextBox 17">
            <a:extLst>
              <a:ext uri="{FF2B5EF4-FFF2-40B4-BE49-F238E27FC236}">
                <a16:creationId xmlns:a16="http://schemas.microsoft.com/office/drawing/2014/main" id="{6329A9AC-BDE6-650D-878E-FF451464206F}"/>
              </a:ext>
            </a:extLst>
          </p:cNvPr>
          <p:cNvSpPr txBox="1"/>
          <p:nvPr userDrawn="1"/>
        </p:nvSpPr>
        <p:spPr>
          <a:xfrm>
            <a:off x="0" y="6581436"/>
            <a:ext cx="12191999" cy="246221"/>
          </a:xfrm>
          <a:prstGeom prst="rect">
            <a:avLst/>
          </a:prstGeom>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b="0" i="0" kern="1200" dirty="0">
                <a:solidFill>
                  <a:schemeClr val="bg2">
                    <a:lumMod val="50000"/>
                  </a:schemeClr>
                </a:solidFill>
                <a:effectLst/>
                <a:latin typeface="Calibri" charset="0"/>
                <a:ea typeface="Calibri" charset="0"/>
                <a:cs typeface="Calibri" charset="0"/>
              </a:rPr>
              <a:t>HL7®, FHIR® and the flame Design mark are the registered trademarks of Health Level Seven International and are used with permission.</a:t>
            </a:r>
            <a:endParaRPr lang="en-US" sz="1000" b="0" i="0" dirty="0">
              <a:solidFill>
                <a:schemeClr val="bg2">
                  <a:lumMod val="50000"/>
                </a:schemeClr>
              </a:solidFill>
              <a:latin typeface="Calibri" charset="0"/>
              <a:ea typeface="Calibri" charset="0"/>
              <a:cs typeface="Calibri" charset="0"/>
            </a:endParaRPr>
          </a:p>
        </p:txBody>
      </p:sp>
      <p:pic>
        <p:nvPicPr>
          <p:cNvPr id="20" name="Picture 19">
            <a:extLst>
              <a:ext uri="{FF2B5EF4-FFF2-40B4-BE49-F238E27FC236}">
                <a16:creationId xmlns:a16="http://schemas.microsoft.com/office/drawing/2014/main" id="{4F0B8E78-F0FA-1A3A-7572-7E734F037810}"/>
              </a:ext>
            </a:extLst>
          </p:cNvPr>
          <p:cNvPicPr>
            <a:picLocks noChangeAspect="1"/>
          </p:cNvPicPr>
          <p:nvPr userDrawn="1"/>
        </p:nvPicPr>
        <p:blipFill>
          <a:blip r:embed="rId5"/>
          <a:srcRect/>
          <a:stretch/>
        </p:blipFill>
        <p:spPr>
          <a:xfrm>
            <a:off x="4592706" y="5822612"/>
            <a:ext cx="3175825" cy="711384"/>
          </a:xfrm>
          <a:prstGeom prst="rect">
            <a:avLst/>
          </a:prstGeom>
        </p:spPr>
      </p:pic>
      <p:sp>
        <p:nvSpPr>
          <p:cNvPr id="21" name="Tekstvak 1">
            <a:extLst>
              <a:ext uri="{FF2B5EF4-FFF2-40B4-BE49-F238E27FC236}">
                <a16:creationId xmlns:a16="http://schemas.microsoft.com/office/drawing/2014/main" id="{AFDAE317-0BEB-F21D-A488-DBC5AA7E361D}"/>
              </a:ext>
            </a:extLst>
          </p:cNvPr>
          <p:cNvSpPr txBox="1"/>
          <p:nvPr userDrawn="1"/>
        </p:nvSpPr>
        <p:spPr>
          <a:xfrm>
            <a:off x="1399062" y="5401066"/>
            <a:ext cx="9817578" cy="276999"/>
          </a:xfrm>
          <a:prstGeom prst="rect">
            <a:avLst/>
          </a:prstGeom>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nl-NL" sz="1200" b="0" dirty="0">
                <a:solidFill>
                  <a:schemeClr val="tx1">
                    <a:lumMod val="65000"/>
                    <a:lumOff val="35000"/>
                  </a:schemeClr>
                </a:solidFill>
              </a:rPr>
              <a:t>HL7 FHIR </a:t>
            </a:r>
            <a:r>
              <a:rPr lang="nl-NL" sz="1200" b="0" dirty="0" err="1">
                <a:solidFill>
                  <a:schemeClr val="tx1">
                    <a:lumMod val="65000"/>
                    <a:lumOff val="35000"/>
                  </a:schemeClr>
                </a:solidFill>
              </a:rPr>
              <a:t>DevDays</a:t>
            </a:r>
            <a:r>
              <a:rPr lang="nl-NL" sz="1200" b="0" dirty="0">
                <a:solidFill>
                  <a:schemeClr val="tx1">
                    <a:lumMod val="65000"/>
                    <a:lumOff val="35000"/>
                  </a:schemeClr>
                </a:solidFill>
              </a:rPr>
              <a:t> 2026  |  Minneapolis, MN </a:t>
            </a:r>
            <a:r>
              <a:rPr lang="nl-NL" sz="1200" b="0" baseline="0" dirty="0">
                <a:solidFill>
                  <a:schemeClr val="tx1">
                    <a:lumMod val="65000"/>
                    <a:lumOff val="35000"/>
                  </a:schemeClr>
                </a:solidFill>
              </a:rPr>
              <a:t>|  </a:t>
            </a:r>
            <a:r>
              <a:rPr lang="nl-NL" sz="1200" b="0" baseline="0" dirty="0" err="1">
                <a:solidFill>
                  <a:schemeClr val="tx1">
                    <a:lumMod val="65000"/>
                    <a:lumOff val="35000"/>
                  </a:schemeClr>
                </a:solidFill>
              </a:rPr>
              <a:t>June</a:t>
            </a:r>
            <a:r>
              <a:rPr lang="nl-NL" sz="1200" b="0" baseline="0" dirty="0">
                <a:solidFill>
                  <a:schemeClr val="tx1">
                    <a:lumMod val="65000"/>
                    <a:lumOff val="35000"/>
                  </a:schemeClr>
                </a:solidFill>
              </a:rPr>
              <a:t> 15-18, 2026  |  @</a:t>
            </a:r>
            <a:r>
              <a:rPr lang="nl-NL" sz="1200" b="0" dirty="0">
                <a:solidFill>
                  <a:schemeClr val="tx1">
                    <a:lumMod val="65000"/>
                    <a:lumOff val="35000"/>
                  </a:schemeClr>
                </a:solidFill>
              </a:rPr>
              <a:t>HL7</a:t>
            </a:r>
            <a:r>
              <a:rPr lang="nl-NL" sz="1200" b="0" baseline="0" dirty="0">
                <a:solidFill>
                  <a:schemeClr val="tx1">
                    <a:lumMod val="65000"/>
                    <a:lumOff val="35000"/>
                  </a:schemeClr>
                </a:solidFill>
              </a:rPr>
              <a:t>  |  </a:t>
            </a:r>
            <a:r>
              <a:rPr lang="nl-NL" sz="1200" dirty="0">
                <a:solidFill>
                  <a:schemeClr val="tx1">
                    <a:lumMod val="65000"/>
                    <a:lumOff val="35000"/>
                  </a:schemeClr>
                </a:solidFill>
              </a:rPr>
              <a:t>@</a:t>
            </a:r>
            <a:r>
              <a:rPr lang="nl-NL" sz="1200" dirty="0" err="1">
                <a:solidFill>
                  <a:schemeClr val="tx1">
                    <a:lumMod val="65000"/>
                    <a:lumOff val="35000"/>
                  </a:schemeClr>
                </a:solidFill>
              </a:rPr>
              <a:t>FirelyTeam</a:t>
            </a:r>
            <a:r>
              <a:rPr lang="nl-NL" sz="1200" b="0" baseline="0" dirty="0">
                <a:solidFill>
                  <a:schemeClr val="tx1">
                    <a:lumMod val="65000"/>
                    <a:lumOff val="35000"/>
                  </a:schemeClr>
                </a:solidFill>
              </a:rPr>
              <a:t>  |  </a:t>
            </a:r>
            <a:r>
              <a:rPr lang="nl-NL" sz="1200" dirty="0">
                <a:solidFill>
                  <a:schemeClr val="tx1">
                    <a:lumMod val="65000"/>
                    <a:lumOff val="35000"/>
                  </a:schemeClr>
                </a:solidFill>
              </a:rPr>
              <a:t>#</a:t>
            </a:r>
            <a:r>
              <a:rPr lang="nl-NL" sz="1200" dirty="0" err="1">
                <a:solidFill>
                  <a:schemeClr val="tx1">
                    <a:lumMod val="65000"/>
                    <a:lumOff val="35000"/>
                  </a:schemeClr>
                </a:solidFill>
              </a:rPr>
              <a:t>fhirdevdays</a:t>
            </a:r>
            <a:r>
              <a:rPr lang="nl-NL" sz="1200" dirty="0">
                <a:solidFill>
                  <a:schemeClr val="tx1">
                    <a:lumMod val="65000"/>
                    <a:lumOff val="35000"/>
                  </a:schemeClr>
                </a:solidFill>
              </a:rPr>
              <a:t>  |  </a:t>
            </a:r>
            <a:r>
              <a:rPr lang="nl-NL" sz="1200" b="0" dirty="0" err="1">
                <a:solidFill>
                  <a:schemeClr val="tx1">
                    <a:lumMod val="65000"/>
                    <a:lumOff val="35000"/>
                  </a:schemeClr>
                </a:solidFill>
              </a:rPr>
              <a:t>www.devdays.com</a:t>
            </a:r>
            <a:r>
              <a:rPr lang="nl-NL" sz="1200" b="0" baseline="0" dirty="0">
                <a:solidFill>
                  <a:schemeClr val="tx1">
                    <a:lumMod val="65000"/>
                    <a:lumOff val="35000"/>
                  </a:schemeClr>
                </a:solidFill>
              </a:rPr>
              <a:t> </a:t>
            </a:r>
            <a:endParaRPr lang="nl-NL" sz="1200" dirty="0">
              <a:solidFill>
                <a:schemeClr val="tx1">
                  <a:lumMod val="65000"/>
                  <a:lumOff val="35000"/>
                </a:schemeClr>
              </a:solidFill>
            </a:endParaRPr>
          </a:p>
        </p:txBody>
      </p:sp>
      <p:pic>
        <p:nvPicPr>
          <p:cNvPr id="13" name="Picture 12">
            <a:extLst>
              <a:ext uri="{FF2B5EF4-FFF2-40B4-BE49-F238E27FC236}">
                <a16:creationId xmlns:a16="http://schemas.microsoft.com/office/drawing/2014/main" id="{4C2F4CE1-E321-1F28-7B27-B44F0E5EE1AF}"/>
              </a:ext>
            </a:extLst>
          </p:cNvPr>
          <p:cNvPicPr>
            <a:picLocks noChangeAspect="1"/>
          </p:cNvPicPr>
          <p:nvPr userDrawn="1"/>
        </p:nvPicPr>
        <p:blipFill>
          <a:blip r:embed="rId6"/>
          <a:srcRect/>
          <a:stretch/>
        </p:blipFill>
        <p:spPr>
          <a:xfrm>
            <a:off x="5932923" y="2670499"/>
            <a:ext cx="4294442" cy="2638014"/>
          </a:xfrm>
          <a:prstGeom prst="rect">
            <a:avLst/>
          </a:prstGeom>
        </p:spPr>
      </p:pic>
    </p:spTree>
    <p:extLst>
      <p:ext uri="{BB962C8B-B14F-4D97-AF65-F5344CB8AC3E}">
        <p14:creationId xmlns:p14="http://schemas.microsoft.com/office/powerpoint/2010/main" val="31547123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pening Speaker">
    <p:spTree>
      <p:nvGrpSpPr>
        <p:cNvPr id="1" name=""/>
        <p:cNvGrpSpPr/>
        <p:nvPr/>
      </p:nvGrpSpPr>
      <p:grpSpPr>
        <a:xfrm>
          <a:off x="0" y="0"/>
          <a:ext cx="0" cy="0"/>
          <a:chOff x="0" y="0"/>
          <a:chExt cx="0" cy="0"/>
        </a:xfrm>
      </p:grpSpPr>
      <p:sp>
        <p:nvSpPr>
          <p:cNvPr id="4" name="TextBox 3"/>
          <p:cNvSpPr txBox="1"/>
          <p:nvPr userDrawn="1"/>
        </p:nvSpPr>
        <p:spPr>
          <a:xfrm>
            <a:off x="-787078" y="2581154"/>
            <a:ext cx="184731" cy="553998"/>
          </a:xfrm>
          <a:prstGeom prst="rect">
            <a:avLst/>
          </a:prstGeom>
        </p:spPr>
        <p:txBody>
          <a:bodyPr wrap="none" rtlCol="0">
            <a:spAutoFit/>
          </a:bodyPr>
          <a:lstStyle/>
          <a:p>
            <a:endParaRPr lang="en-US" sz="3000" b="1" i="0" dirty="0">
              <a:latin typeface="Open Sans Semibold" panose="020B0606030504020204" pitchFamily="34" charset="0"/>
            </a:endParaRPr>
          </a:p>
        </p:txBody>
      </p:sp>
      <p:sp>
        <p:nvSpPr>
          <p:cNvPr id="28" name="TextBox 27">
            <a:extLst>
              <a:ext uri="{FF2B5EF4-FFF2-40B4-BE49-F238E27FC236}">
                <a16:creationId xmlns:a16="http://schemas.microsoft.com/office/drawing/2014/main" id="{FDBFF715-DBF2-E645-B559-0085F351CB07}"/>
              </a:ext>
            </a:extLst>
          </p:cNvPr>
          <p:cNvSpPr txBox="1"/>
          <p:nvPr userDrawn="1"/>
        </p:nvSpPr>
        <p:spPr>
          <a:xfrm>
            <a:off x="-787078" y="2581154"/>
            <a:ext cx="184731" cy="553998"/>
          </a:xfrm>
          <a:prstGeom prst="rect">
            <a:avLst/>
          </a:prstGeom>
        </p:spPr>
        <p:txBody>
          <a:bodyPr wrap="none" rtlCol="0">
            <a:spAutoFit/>
          </a:bodyPr>
          <a:lstStyle/>
          <a:p>
            <a:endParaRPr lang="en-US" sz="3000" b="1" i="0" dirty="0">
              <a:latin typeface="Open Sans Semibold" panose="020B0606030504020204" pitchFamily="34" charset="0"/>
            </a:endParaRPr>
          </a:p>
        </p:txBody>
      </p:sp>
      <p:sp>
        <p:nvSpPr>
          <p:cNvPr id="42" name="Text Placeholder 11">
            <a:extLst>
              <a:ext uri="{FF2B5EF4-FFF2-40B4-BE49-F238E27FC236}">
                <a16:creationId xmlns:a16="http://schemas.microsoft.com/office/drawing/2014/main" id="{754B8974-C8AF-6B44-8952-DFDAB3AF4E05}"/>
              </a:ext>
            </a:extLst>
          </p:cNvPr>
          <p:cNvSpPr txBox="1">
            <a:spLocks/>
          </p:cNvSpPr>
          <p:nvPr userDrawn="1"/>
        </p:nvSpPr>
        <p:spPr>
          <a:xfrm>
            <a:off x="9140951" y="4802521"/>
            <a:ext cx="3323192" cy="638422"/>
          </a:xfrm>
          <a:prstGeom prst="rect">
            <a:avLst/>
          </a:prstGeom>
        </p:spPr>
        <p:txBody>
          <a:bodyPr anchor="ctr" anchorCtr="0"/>
          <a:lstStyle>
            <a:lvl1pPr marL="0" indent="0" algn="ctr" defTabSz="914400" rtl="0" eaLnBrk="1" latinLnBrk="0" hangingPunct="1">
              <a:lnSpc>
                <a:spcPct val="90000"/>
              </a:lnSpc>
              <a:spcBef>
                <a:spcPts val="1000"/>
              </a:spcBef>
              <a:buFont typeface="Arial"/>
              <a:buNone/>
              <a:defRPr sz="3000" kern="1200" baseline="0">
                <a:solidFill>
                  <a:schemeClr val="bg1"/>
                </a:solidFill>
                <a:latin typeface="Calibri" charset="0"/>
                <a:ea typeface="Calibri" charset="0"/>
                <a:cs typeface="Calibri"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b="1" i="0" dirty="0">
                <a:latin typeface="Open Sans Semibold" panose="020B0606030504020204" pitchFamily="34" charset="0"/>
                <a:ea typeface="Open Sans Semibold" panose="020B0606030504020204" pitchFamily="34" charset="0"/>
                <a:cs typeface="Open Sans Semibold" panose="020B0606030504020204" pitchFamily="34" charset="0"/>
              </a:rPr>
              <a:t>Virtual Edition</a:t>
            </a:r>
          </a:p>
        </p:txBody>
      </p:sp>
      <p:sp>
        <p:nvSpPr>
          <p:cNvPr id="2" name="Rectangle 1">
            <a:extLst>
              <a:ext uri="{FF2B5EF4-FFF2-40B4-BE49-F238E27FC236}">
                <a16:creationId xmlns:a16="http://schemas.microsoft.com/office/drawing/2014/main" id="{9EFBB214-C2A2-7641-AE6E-2E5B971EA3CE}"/>
              </a:ext>
            </a:extLst>
          </p:cNvPr>
          <p:cNvSpPr/>
          <p:nvPr userDrawn="1"/>
        </p:nvSpPr>
        <p:spPr>
          <a:xfrm>
            <a:off x="0" y="591018"/>
            <a:ext cx="12192000" cy="6266982"/>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2F21769-7EBA-03AE-D43C-3F05485EE5D7}"/>
              </a:ext>
            </a:extLst>
          </p:cNvPr>
          <p:cNvSpPr/>
          <p:nvPr userDrawn="1"/>
        </p:nvSpPr>
        <p:spPr>
          <a:xfrm>
            <a:off x="0" y="6490276"/>
            <a:ext cx="12192000" cy="216000"/>
          </a:xfrm>
          <a:prstGeom prst="rect">
            <a:avLst/>
          </a:prstGeom>
          <a:solidFill>
            <a:srgbClr val="FCE3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2A49B3CA-8180-BFEB-4A85-03AB957B8C98}"/>
              </a:ext>
            </a:extLst>
          </p:cNvPr>
          <p:cNvSpPr>
            <a:spLocks noGrp="1"/>
          </p:cNvSpPr>
          <p:nvPr>
            <p:ph type="title"/>
          </p:nvPr>
        </p:nvSpPr>
        <p:spPr>
          <a:xfrm>
            <a:off x="838200" y="1043753"/>
            <a:ext cx="10515600" cy="886732"/>
          </a:xfrm>
          <a:prstGeom prst="rect">
            <a:avLst/>
          </a:prstGeom>
        </p:spPr>
        <p:txBody>
          <a:bodyPr/>
          <a:lstStyle>
            <a:lvl1pPr algn="l">
              <a:defRPr sz="3600">
                <a:solidFill>
                  <a:srgbClr val="0091B9"/>
                </a:solidFill>
                <a:latin typeface="Calibri" charset="0"/>
                <a:ea typeface="Calibri" charset="0"/>
                <a:cs typeface="Calibri" charset="0"/>
              </a:defRPr>
            </a:lvl1pPr>
          </a:lstStyle>
          <a:p>
            <a:r>
              <a:rPr lang="en-US" dirty="0"/>
              <a:t>Click to edit Master title style</a:t>
            </a:r>
          </a:p>
        </p:txBody>
      </p:sp>
      <p:sp>
        <p:nvSpPr>
          <p:cNvPr id="6" name="Text Placeholder 6">
            <a:extLst>
              <a:ext uri="{FF2B5EF4-FFF2-40B4-BE49-F238E27FC236}">
                <a16:creationId xmlns:a16="http://schemas.microsoft.com/office/drawing/2014/main" id="{307B795F-28F6-A753-5499-3725E1154B19}"/>
              </a:ext>
            </a:extLst>
          </p:cNvPr>
          <p:cNvSpPr>
            <a:spLocks noGrp="1"/>
          </p:cNvSpPr>
          <p:nvPr>
            <p:ph type="body" sz="quarter" idx="10"/>
          </p:nvPr>
        </p:nvSpPr>
        <p:spPr>
          <a:xfrm>
            <a:off x="838199" y="1997236"/>
            <a:ext cx="5464629" cy="4225143"/>
          </a:xfrm>
          <a:prstGeom prst="rect">
            <a:avLst/>
          </a:prstGeom>
        </p:spPr>
        <p:txBody>
          <a:bodyPr/>
          <a:lstStyle>
            <a:lvl1pPr>
              <a:defRPr>
                <a:solidFill>
                  <a:schemeClr val="tx1">
                    <a:lumMod val="65000"/>
                    <a:lumOff val="35000"/>
                  </a:schemeClr>
                </a:solidFill>
              </a:defRPr>
            </a:lvl1pPr>
            <a:lvl2pPr>
              <a:defRPr>
                <a:solidFill>
                  <a:schemeClr val="tx1">
                    <a:lumMod val="65000"/>
                    <a:lumOff val="35000"/>
                  </a:schemeClr>
                </a:solidFill>
              </a:defRPr>
            </a:lvl2pPr>
            <a:lvl3pPr>
              <a:defRPr>
                <a:solidFill>
                  <a:schemeClr val="tx1">
                    <a:lumMod val="65000"/>
                    <a:lumOff val="35000"/>
                  </a:schemeClr>
                </a:solidFill>
              </a:defRPr>
            </a:lvl3pPr>
            <a:lvl4pPr>
              <a:defRPr>
                <a:solidFill>
                  <a:schemeClr val="tx1">
                    <a:lumMod val="65000"/>
                    <a:lumOff val="35000"/>
                  </a:schemeClr>
                </a:solidFill>
              </a:defRPr>
            </a:lvl4pPr>
            <a:lvl5pPr>
              <a:defRPr>
                <a:solidFill>
                  <a:schemeClr val="tx1">
                    <a:lumMod val="65000"/>
                    <a:lumOff val="3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icture Placeholder 8">
            <a:extLst>
              <a:ext uri="{FF2B5EF4-FFF2-40B4-BE49-F238E27FC236}">
                <a16:creationId xmlns:a16="http://schemas.microsoft.com/office/drawing/2014/main" id="{CBFF9F7D-FA7B-6608-810C-30B43C252174}"/>
              </a:ext>
            </a:extLst>
          </p:cNvPr>
          <p:cNvSpPr>
            <a:spLocks noGrp="1"/>
          </p:cNvSpPr>
          <p:nvPr>
            <p:ph type="pic" sz="quarter" idx="11"/>
          </p:nvPr>
        </p:nvSpPr>
        <p:spPr>
          <a:xfrm>
            <a:off x="6478588" y="1997075"/>
            <a:ext cx="4875212" cy="4225925"/>
          </a:xfrm>
          <a:prstGeom prst="rect">
            <a:avLst/>
          </a:prstGeo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a:buNone/>
              <a:tabLst/>
              <a:defRPr/>
            </a:pPr>
            <a:endParaRPr lang="en-US" dirty="0"/>
          </a:p>
        </p:txBody>
      </p:sp>
      <p:pic>
        <p:nvPicPr>
          <p:cNvPr id="8" name="Picture 7">
            <a:extLst>
              <a:ext uri="{FF2B5EF4-FFF2-40B4-BE49-F238E27FC236}">
                <a16:creationId xmlns:a16="http://schemas.microsoft.com/office/drawing/2014/main" id="{9E8AA2F9-B0A6-2E87-161D-34625E875C16}"/>
              </a:ext>
            </a:extLst>
          </p:cNvPr>
          <p:cNvPicPr>
            <a:picLocks noChangeAspect="1"/>
          </p:cNvPicPr>
          <p:nvPr userDrawn="1"/>
        </p:nvPicPr>
        <p:blipFill>
          <a:blip r:embed="rId2"/>
          <a:srcRect/>
          <a:stretch/>
        </p:blipFill>
        <p:spPr>
          <a:xfrm>
            <a:off x="838198" y="83274"/>
            <a:ext cx="2774403" cy="435476"/>
          </a:xfrm>
          <a:prstGeom prst="rect">
            <a:avLst/>
          </a:prstGeom>
        </p:spPr>
      </p:pic>
      <p:sp>
        <p:nvSpPr>
          <p:cNvPr id="9" name="TextBox 8">
            <a:extLst>
              <a:ext uri="{FF2B5EF4-FFF2-40B4-BE49-F238E27FC236}">
                <a16:creationId xmlns:a16="http://schemas.microsoft.com/office/drawing/2014/main" id="{87F6A02E-5A10-9A79-1C53-14963C2BD546}"/>
              </a:ext>
            </a:extLst>
          </p:cNvPr>
          <p:cNvSpPr txBox="1"/>
          <p:nvPr userDrawn="1"/>
        </p:nvSpPr>
        <p:spPr>
          <a:xfrm>
            <a:off x="11513256" y="6492128"/>
            <a:ext cx="409503" cy="214147"/>
          </a:xfrm>
          <a:prstGeom prst="rect">
            <a:avLst/>
          </a:prstGeom>
        </p:spPr>
        <p:txBody>
          <a:bodyPr wrap="square" lIns="0" tIns="0" rIns="0" bIns="0" rtlCol="0" anchor="ctr" anchorCtr="0">
            <a:noAutofit/>
          </a:bodyPr>
          <a:lstStyle/>
          <a:p>
            <a:pPr algn="r"/>
            <a:fld id="{DE63DE5B-D6E9-7B40-84C0-058E84E3C55A}" type="slidenum">
              <a:rPr lang="en-US" sz="1200" b="0" cap="none" spc="0" baseline="0" smtClean="0">
                <a:ln w="0"/>
                <a:solidFill>
                  <a:schemeClr val="bg1"/>
                </a:solidFill>
                <a:effectLst/>
              </a:rPr>
              <a:pPr algn="r"/>
              <a:t>‹#›</a:t>
            </a:fld>
            <a:r>
              <a:rPr lang="en-US" sz="1300" b="0" cap="none" spc="0" baseline="0" dirty="0">
                <a:ln w="0"/>
                <a:solidFill>
                  <a:schemeClr val="bg1"/>
                </a:solidFill>
                <a:effectLst/>
              </a:rPr>
              <a:t> </a:t>
            </a:r>
          </a:p>
        </p:txBody>
      </p:sp>
      <p:pic>
        <p:nvPicPr>
          <p:cNvPr id="11" name="Picture 10">
            <a:extLst>
              <a:ext uri="{FF2B5EF4-FFF2-40B4-BE49-F238E27FC236}">
                <a16:creationId xmlns:a16="http://schemas.microsoft.com/office/drawing/2014/main" id="{D9EE912B-46AA-E548-E5A3-EFF80CFC7A13}"/>
              </a:ext>
            </a:extLst>
          </p:cNvPr>
          <p:cNvPicPr>
            <a:picLocks noChangeAspect="1"/>
          </p:cNvPicPr>
          <p:nvPr userDrawn="1"/>
        </p:nvPicPr>
        <p:blipFill>
          <a:blip r:embed="rId3"/>
          <a:srcRect/>
          <a:stretch/>
        </p:blipFill>
        <p:spPr>
          <a:xfrm>
            <a:off x="10526104" y="66501"/>
            <a:ext cx="1523597" cy="524517"/>
          </a:xfrm>
          <a:prstGeom prst="rect">
            <a:avLst/>
          </a:prstGeom>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AndLinks">
    <p:spTree>
      <p:nvGrpSpPr>
        <p:cNvPr id="1" name=""/>
        <p:cNvGrpSpPr/>
        <p:nvPr/>
      </p:nvGrpSpPr>
      <p:grpSpPr>
        <a:xfrm>
          <a:off x="0" y="0"/>
          <a:ext cx="0" cy="0"/>
          <a:chOff x="0" y="0"/>
          <a:chExt cx="0" cy="0"/>
        </a:xfrm>
      </p:grpSpPr>
      <p:sp>
        <p:nvSpPr>
          <p:cNvPr id="4" name="TextBox 3"/>
          <p:cNvSpPr txBox="1"/>
          <p:nvPr userDrawn="1"/>
        </p:nvSpPr>
        <p:spPr>
          <a:xfrm>
            <a:off x="-787078" y="2581154"/>
            <a:ext cx="184731" cy="553998"/>
          </a:xfrm>
          <a:prstGeom prst="rect">
            <a:avLst/>
          </a:prstGeom>
        </p:spPr>
        <p:txBody>
          <a:bodyPr wrap="none" rtlCol="0">
            <a:spAutoFit/>
          </a:bodyPr>
          <a:lstStyle/>
          <a:p>
            <a:endParaRPr lang="en-US" sz="3000" b="1" i="0" dirty="0">
              <a:latin typeface="Open Sans Semibold" panose="020B0606030504020204" pitchFamily="34" charset="0"/>
            </a:endParaRPr>
          </a:p>
        </p:txBody>
      </p:sp>
      <p:sp>
        <p:nvSpPr>
          <p:cNvPr id="28" name="TextBox 27">
            <a:extLst>
              <a:ext uri="{FF2B5EF4-FFF2-40B4-BE49-F238E27FC236}">
                <a16:creationId xmlns:a16="http://schemas.microsoft.com/office/drawing/2014/main" id="{FDBFF715-DBF2-E645-B559-0085F351CB07}"/>
              </a:ext>
            </a:extLst>
          </p:cNvPr>
          <p:cNvSpPr txBox="1"/>
          <p:nvPr userDrawn="1"/>
        </p:nvSpPr>
        <p:spPr>
          <a:xfrm>
            <a:off x="-787078" y="2581154"/>
            <a:ext cx="184731" cy="553998"/>
          </a:xfrm>
          <a:prstGeom prst="rect">
            <a:avLst/>
          </a:prstGeom>
        </p:spPr>
        <p:txBody>
          <a:bodyPr wrap="none" rtlCol="0">
            <a:spAutoFit/>
          </a:bodyPr>
          <a:lstStyle/>
          <a:p>
            <a:endParaRPr lang="en-US" sz="3000" b="1" i="0" dirty="0">
              <a:latin typeface="Open Sans Semibold" panose="020B0606030504020204" pitchFamily="34" charset="0"/>
            </a:endParaRPr>
          </a:p>
        </p:txBody>
      </p:sp>
      <p:sp>
        <p:nvSpPr>
          <p:cNvPr id="42" name="Text Placeholder 11">
            <a:extLst>
              <a:ext uri="{FF2B5EF4-FFF2-40B4-BE49-F238E27FC236}">
                <a16:creationId xmlns:a16="http://schemas.microsoft.com/office/drawing/2014/main" id="{754B8974-C8AF-6B44-8952-DFDAB3AF4E05}"/>
              </a:ext>
            </a:extLst>
          </p:cNvPr>
          <p:cNvSpPr txBox="1">
            <a:spLocks/>
          </p:cNvSpPr>
          <p:nvPr userDrawn="1"/>
        </p:nvSpPr>
        <p:spPr>
          <a:xfrm>
            <a:off x="9140951" y="4802521"/>
            <a:ext cx="3323192" cy="638422"/>
          </a:xfrm>
          <a:prstGeom prst="rect">
            <a:avLst/>
          </a:prstGeom>
        </p:spPr>
        <p:txBody>
          <a:bodyPr anchor="ctr" anchorCtr="0"/>
          <a:lstStyle>
            <a:lvl1pPr marL="0" indent="0" algn="ctr" defTabSz="914400" rtl="0" eaLnBrk="1" latinLnBrk="0" hangingPunct="1">
              <a:lnSpc>
                <a:spcPct val="90000"/>
              </a:lnSpc>
              <a:spcBef>
                <a:spcPts val="1000"/>
              </a:spcBef>
              <a:buFont typeface="Arial"/>
              <a:buNone/>
              <a:defRPr sz="3000" kern="1200" baseline="0">
                <a:solidFill>
                  <a:schemeClr val="bg1"/>
                </a:solidFill>
                <a:latin typeface="Calibri" charset="0"/>
                <a:ea typeface="Calibri" charset="0"/>
                <a:cs typeface="Calibri"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b="1" i="0" dirty="0">
                <a:latin typeface="Open Sans Semibold" panose="020B0606030504020204" pitchFamily="34" charset="0"/>
                <a:ea typeface="Open Sans Semibold" panose="020B0606030504020204" pitchFamily="34" charset="0"/>
                <a:cs typeface="Open Sans Semibold" panose="020B0606030504020204" pitchFamily="34" charset="0"/>
              </a:rPr>
              <a:t>Virtual Edition</a:t>
            </a:r>
          </a:p>
        </p:txBody>
      </p:sp>
      <p:sp>
        <p:nvSpPr>
          <p:cNvPr id="2" name="Rectangle 1">
            <a:extLst>
              <a:ext uri="{FF2B5EF4-FFF2-40B4-BE49-F238E27FC236}">
                <a16:creationId xmlns:a16="http://schemas.microsoft.com/office/drawing/2014/main" id="{9EFBB214-C2A2-7641-AE6E-2E5B971EA3CE}"/>
              </a:ext>
            </a:extLst>
          </p:cNvPr>
          <p:cNvSpPr/>
          <p:nvPr userDrawn="1"/>
        </p:nvSpPr>
        <p:spPr>
          <a:xfrm>
            <a:off x="0" y="591018"/>
            <a:ext cx="12192000" cy="6266982"/>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2F21769-7EBA-03AE-D43C-3F05485EE5D7}"/>
              </a:ext>
            </a:extLst>
          </p:cNvPr>
          <p:cNvSpPr/>
          <p:nvPr userDrawn="1"/>
        </p:nvSpPr>
        <p:spPr>
          <a:xfrm>
            <a:off x="0" y="6490276"/>
            <a:ext cx="12192000" cy="216000"/>
          </a:xfrm>
          <a:prstGeom prst="rect">
            <a:avLst/>
          </a:prstGeom>
          <a:solidFill>
            <a:srgbClr val="FCE3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2A49B3CA-8180-BFEB-4A85-03AB957B8C98}"/>
              </a:ext>
            </a:extLst>
          </p:cNvPr>
          <p:cNvSpPr>
            <a:spLocks noGrp="1"/>
          </p:cNvSpPr>
          <p:nvPr>
            <p:ph type="title"/>
          </p:nvPr>
        </p:nvSpPr>
        <p:spPr>
          <a:xfrm>
            <a:off x="838200" y="1043753"/>
            <a:ext cx="10515600" cy="886732"/>
          </a:xfrm>
          <a:prstGeom prst="rect">
            <a:avLst/>
          </a:prstGeom>
        </p:spPr>
        <p:txBody>
          <a:bodyPr/>
          <a:lstStyle>
            <a:lvl1pPr algn="l">
              <a:defRPr sz="3600">
                <a:solidFill>
                  <a:srgbClr val="0091B9"/>
                </a:solidFill>
                <a:latin typeface="Calibri" charset="0"/>
                <a:ea typeface="Calibri" charset="0"/>
                <a:cs typeface="Calibri" charset="0"/>
              </a:defRPr>
            </a:lvl1pPr>
          </a:lstStyle>
          <a:p>
            <a:r>
              <a:rPr lang="en-US" dirty="0"/>
              <a:t>Click to edit Master title style</a:t>
            </a:r>
          </a:p>
        </p:txBody>
      </p:sp>
      <p:sp>
        <p:nvSpPr>
          <p:cNvPr id="6" name="Text Placeholder">
            <a:extLst>
              <a:ext uri="{FF2B5EF4-FFF2-40B4-BE49-F238E27FC236}">
                <a16:creationId xmlns:a16="http://schemas.microsoft.com/office/drawing/2014/main" id="{307B795F-28F6-A753-5499-3725E1154B19}"/>
              </a:ext>
            </a:extLst>
          </p:cNvPr>
          <p:cNvSpPr>
            <a:spLocks noGrp="1"/>
          </p:cNvSpPr>
          <p:nvPr>
            <p:ph type="body" sz="quarter" idx="10"/>
          </p:nvPr>
        </p:nvSpPr>
        <p:spPr>
          <a:xfrm>
            <a:off x="838199" y="1997236"/>
            <a:ext cx="7206843" cy="4225143"/>
          </a:xfrm>
          <a:prstGeom prst="rect">
            <a:avLst/>
          </a:prstGeom>
        </p:spPr>
        <p:txBody>
          <a:bodyPr/>
          <a:lstStyle>
            <a:lvl1pPr>
              <a:defRPr>
                <a:solidFill>
                  <a:schemeClr val="tx1">
                    <a:lumMod val="65000"/>
                    <a:lumOff val="35000"/>
                  </a:schemeClr>
                </a:solidFill>
              </a:defRPr>
            </a:lvl1pPr>
            <a:lvl2pPr>
              <a:defRPr>
                <a:solidFill>
                  <a:schemeClr val="tx1">
                    <a:lumMod val="65000"/>
                    <a:lumOff val="35000"/>
                  </a:schemeClr>
                </a:solidFill>
              </a:defRPr>
            </a:lvl2pPr>
            <a:lvl3pPr>
              <a:defRPr>
                <a:solidFill>
                  <a:schemeClr val="tx1">
                    <a:lumMod val="65000"/>
                    <a:lumOff val="35000"/>
                  </a:schemeClr>
                </a:solidFill>
              </a:defRPr>
            </a:lvl3pPr>
            <a:lvl4pPr>
              <a:defRPr>
                <a:solidFill>
                  <a:schemeClr val="tx1">
                    <a:lumMod val="65000"/>
                    <a:lumOff val="35000"/>
                  </a:schemeClr>
                </a:solidFill>
              </a:defRPr>
            </a:lvl4pPr>
            <a:lvl5pPr>
              <a:defRPr>
                <a:solidFill>
                  <a:schemeClr val="tx1">
                    <a:lumMod val="65000"/>
                    <a:lumOff val="3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a:extLst>
              <a:ext uri="{FF2B5EF4-FFF2-40B4-BE49-F238E27FC236}">
                <a16:creationId xmlns:a16="http://schemas.microsoft.com/office/drawing/2014/main" id="{9E8AA2F9-B0A6-2E87-161D-34625E875C16}"/>
              </a:ext>
            </a:extLst>
          </p:cNvPr>
          <p:cNvPicPr>
            <a:picLocks noChangeAspect="1"/>
          </p:cNvPicPr>
          <p:nvPr userDrawn="1"/>
        </p:nvPicPr>
        <p:blipFill>
          <a:blip r:embed="rId2"/>
          <a:srcRect/>
          <a:stretch/>
        </p:blipFill>
        <p:spPr>
          <a:xfrm>
            <a:off x="838198" y="83274"/>
            <a:ext cx="2774403" cy="435476"/>
          </a:xfrm>
          <a:prstGeom prst="rect">
            <a:avLst/>
          </a:prstGeom>
        </p:spPr>
      </p:pic>
      <p:sp>
        <p:nvSpPr>
          <p:cNvPr id="9" name="TextBox 8">
            <a:extLst>
              <a:ext uri="{FF2B5EF4-FFF2-40B4-BE49-F238E27FC236}">
                <a16:creationId xmlns:a16="http://schemas.microsoft.com/office/drawing/2014/main" id="{87F6A02E-5A10-9A79-1C53-14963C2BD546}"/>
              </a:ext>
            </a:extLst>
          </p:cNvPr>
          <p:cNvSpPr txBox="1"/>
          <p:nvPr userDrawn="1"/>
        </p:nvSpPr>
        <p:spPr>
          <a:xfrm>
            <a:off x="11513256" y="6492128"/>
            <a:ext cx="409503" cy="214147"/>
          </a:xfrm>
          <a:prstGeom prst="rect">
            <a:avLst/>
          </a:prstGeom>
        </p:spPr>
        <p:txBody>
          <a:bodyPr wrap="square" lIns="0" tIns="0" rIns="0" bIns="0" rtlCol="0" anchor="ctr" anchorCtr="0">
            <a:noAutofit/>
          </a:bodyPr>
          <a:lstStyle/>
          <a:p>
            <a:pPr algn="r"/>
            <a:fld id="{DE63DE5B-D6E9-7B40-84C0-058E84E3C55A}" type="slidenum">
              <a:rPr lang="en-US" sz="1200" b="0" cap="none" spc="0" baseline="0" smtClean="0">
                <a:ln w="0"/>
                <a:solidFill>
                  <a:schemeClr val="bg1"/>
                </a:solidFill>
                <a:effectLst/>
              </a:rPr>
              <a:pPr algn="r"/>
              <a:t>‹#›</a:t>
            </a:fld>
            <a:r>
              <a:rPr lang="en-US" sz="1300" b="0" cap="none" spc="0" baseline="0" dirty="0">
                <a:ln w="0"/>
                <a:solidFill>
                  <a:schemeClr val="bg1"/>
                </a:solidFill>
                <a:effectLst/>
              </a:rPr>
              <a:t> </a:t>
            </a:r>
          </a:p>
        </p:txBody>
      </p:sp>
      <p:pic>
        <p:nvPicPr>
          <p:cNvPr id="11" name="Picture 10">
            <a:extLst>
              <a:ext uri="{FF2B5EF4-FFF2-40B4-BE49-F238E27FC236}">
                <a16:creationId xmlns:a16="http://schemas.microsoft.com/office/drawing/2014/main" id="{D9EE912B-46AA-E548-E5A3-EFF80CFC7A13}"/>
              </a:ext>
            </a:extLst>
          </p:cNvPr>
          <p:cNvPicPr>
            <a:picLocks noChangeAspect="1"/>
          </p:cNvPicPr>
          <p:nvPr userDrawn="1"/>
        </p:nvPicPr>
        <p:blipFill>
          <a:blip r:embed="rId3"/>
          <a:srcRect/>
          <a:stretch/>
        </p:blipFill>
        <p:spPr>
          <a:xfrm>
            <a:off x="10526104" y="66501"/>
            <a:ext cx="1523597" cy="524517"/>
          </a:xfrm>
          <a:prstGeom prst="rect">
            <a:avLst/>
          </a:prstGeom>
        </p:spPr>
      </p:pic>
      <p:sp>
        <p:nvSpPr>
          <p:cNvPr id="10" name="Link Placeholder">
            <a:extLst>
              <a:ext uri="{FF2B5EF4-FFF2-40B4-BE49-F238E27FC236}">
                <a16:creationId xmlns:a16="http://schemas.microsoft.com/office/drawing/2014/main" id="{5B2C14E9-D2D6-5460-1891-A96D1AE3246B}"/>
              </a:ext>
            </a:extLst>
          </p:cNvPr>
          <p:cNvSpPr>
            <a:spLocks noGrp="1"/>
          </p:cNvSpPr>
          <p:nvPr>
            <p:ph type="body" sz="quarter" idx="11"/>
          </p:nvPr>
        </p:nvSpPr>
        <p:spPr>
          <a:xfrm>
            <a:off x="8120543" y="1997236"/>
            <a:ext cx="3220573" cy="4225143"/>
          </a:xfrm>
          <a:prstGeom prst="rect">
            <a:avLst/>
          </a:prstGeom>
        </p:spPr>
        <p:txBody>
          <a:bodyPr/>
          <a:lstStyle>
            <a:lvl1pPr>
              <a:defRPr sz="2000">
                <a:solidFill>
                  <a:schemeClr val="tx1">
                    <a:lumMod val="65000"/>
                    <a:lumOff val="35000"/>
                  </a:schemeClr>
                </a:solidFill>
              </a:defRPr>
            </a:lvl1pPr>
            <a:lvl2pPr>
              <a:defRPr>
                <a:solidFill>
                  <a:schemeClr val="tx1">
                    <a:lumMod val="65000"/>
                    <a:lumOff val="35000"/>
                  </a:schemeClr>
                </a:solidFill>
              </a:defRPr>
            </a:lvl2pPr>
            <a:lvl3pPr>
              <a:defRPr>
                <a:solidFill>
                  <a:schemeClr val="tx1">
                    <a:lumMod val="65000"/>
                    <a:lumOff val="35000"/>
                  </a:schemeClr>
                </a:solidFill>
              </a:defRPr>
            </a:lvl3pPr>
            <a:lvl4pPr>
              <a:defRPr>
                <a:solidFill>
                  <a:schemeClr val="tx1">
                    <a:lumMod val="65000"/>
                    <a:lumOff val="35000"/>
                  </a:schemeClr>
                </a:solidFill>
              </a:defRPr>
            </a:lvl4pPr>
            <a:lvl5pPr>
              <a:defRPr>
                <a:solidFill>
                  <a:schemeClr val="tx1">
                    <a:lumMod val="65000"/>
                    <a:lumOff val="35000"/>
                  </a:schemeClr>
                </a:solidFill>
              </a:defRPr>
            </a:lvl5pPr>
          </a:lstStyle>
          <a:p>
            <a:pPr lvl="0"/>
            <a:r>
              <a:rPr lang="en-US" dirty="0"/>
              <a:t>Click to edit Master text styles</a:t>
            </a:r>
          </a:p>
        </p:txBody>
      </p:sp>
    </p:spTree>
    <p:extLst>
      <p:ext uri="{BB962C8B-B14F-4D97-AF65-F5344CB8AC3E}">
        <p14:creationId xmlns:p14="http://schemas.microsoft.com/office/powerpoint/2010/main" val="21996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pening Speaker">
    <p:spTree>
      <p:nvGrpSpPr>
        <p:cNvPr id="1" name=""/>
        <p:cNvGrpSpPr/>
        <p:nvPr/>
      </p:nvGrpSpPr>
      <p:grpSpPr>
        <a:xfrm>
          <a:off x="0" y="0"/>
          <a:ext cx="0" cy="0"/>
          <a:chOff x="0" y="0"/>
          <a:chExt cx="0" cy="0"/>
        </a:xfrm>
      </p:grpSpPr>
      <p:sp>
        <p:nvSpPr>
          <p:cNvPr id="4" name="TextBox 3"/>
          <p:cNvSpPr txBox="1"/>
          <p:nvPr userDrawn="1"/>
        </p:nvSpPr>
        <p:spPr>
          <a:xfrm>
            <a:off x="-787078" y="2581154"/>
            <a:ext cx="184731" cy="553998"/>
          </a:xfrm>
          <a:prstGeom prst="rect">
            <a:avLst/>
          </a:prstGeom>
        </p:spPr>
        <p:txBody>
          <a:bodyPr wrap="none" rtlCol="0">
            <a:spAutoFit/>
          </a:bodyPr>
          <a:lstStyle/>
          <a:p>
            <a:endParaRPr lang="en-US" sz="3000" b="1" i="0" dirty="0">
              <a:latin typeface="Open Sans Semibold" panose="020B0606030504020204" pitchFamily="34" charset="0"/>
            </a:endParaRPr>
          </a:p>
        </p:txBody>
      </p:sp>
      <p:sp>
        <p:nvSpPr>
          <p:cNvPr id="28" name="TextBox 27">
            <a:extLst>
              <a:ext uri="{FF2B5EF4-FFF2-40B4-BE49-F238E27FC236}">
                <a16:creationId xmlns:a16="http://schemas.microsoft.com/office/drawing/2014/main" id="{FDBFF715-DBF2-E645-B559-0085F351CB07}"/>
              </a:ext>
            </a:extLst>
          </p:cNvPr>
          <p:cNvSpPr txBox="1"/>
          <p:nvPr userDrawn="1"/>
        </p:nvSpPr>
        <p:spPr>
          <a:xfrm>
            <a:off x="-787078" y="2581154"/>
            <a:ext cx="184731" cy="553998"/>
          </a:xfrm>
          <a:prstGeom prst="rect">
            <a:avLst/>
          </a:prstGeom>
        </p:spPr>
        <p:txBody>
          <a:bodyPr wrap="none" rtlCol="0">
            <a:spAutoFit/>
          </a:bodyPr>
          <a:lstStyle/>
          <a:p>
            <a:endParaRPr lang="en-US" sz="3000" b="1" i="0" dirty="0">
              <a:latin typeface="Open Sans Semibold" panose="020B0606030504020204" pitchFamily="34" charset="0"/>
            </a:endParaRPr>
          </a:p>
        </p:txBody>
      </p:sp>
      <p:sp>
        <p:nvSpPr>
          <p:cNvPr id="42" name="Text Placeholder 11">
            <a:extLst>
              <a:ext uri="{FF2B5EF4-FFF2-40B4-BE49-F238E27FC236}">
                <a16:creationId xmlns:a16="http://schemas.microsoft.com/office/drawing/2014/main" id="{754B8974-C8AF-6B44-8952-DFDAB3AF4E05}"/>
              </a:ext>
            </a:extLst>
          </p:cNvPr>
          <p:cNvSpPr txBox="1">
            <a:spLocks/>
          </p:cNvSpPr>
          <p:nvPr userDrawn="1"/>
        </p:nvSpPr>
        <p:spPr>
          <a:xfrm>
            <a:off x="9140951" y="4802521"/>
            <a:ext cx="3323192" cy="638422"/>
          </a:xfrm>
          <a:prstGeom prst="rect">
            <a:avLst/>
          </a:prstGeom>
        </p:spPr>
        <p:txBody>
          <a:bodyPr anchor="ctr" anchorCtr="0"/>
          <a:lstStyle>
            <a:lvl1pPr marL="0" indent="0" algn="ctr" defTabSz="914400" rtl="0" eaLnBrk="1" latinLnBrk="0" hangingPunct="1">
              <a:lnSpc>
                <a:spcPct val="90000"/>
              </a:lnSpc>
              <a:spcBef>
                <a:spcPts val="1000"/>
              </a:spcBef>
              <a:buFont typeface="Arial"/>
              <a:buNone/>
              <a:defRPr sz="3000" kern="1200" baseline="0">
                <a:solidFill>
                  <a:schemeClr val="bg1"/>
                </a:solidFill>
                <a:latin typeface="Calibri" charset="0"/>
                <a:ea typeface="Calibri" charset="0"/>
                <a:cs typeface="Calibri"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b="1" i="0" dirty="0">
                <a:latin typeface="Open Sans Semibold" panose="020B0606030504020204" pitchFamily="34" charset="0"/>
                <a:ea typeface="Open Sans Semibold" panose="020B0606030504020204" pitchFamily="34" charset="0"/>
                <a:cs typeface="Open Sans Semibold" panose="020B0606030504020204" pitchFamily="34" charset="0"/>
              </a:rPr>
              <a:t>Virtual Edition</a:t>
            </a:r>
          </a:p>
        </p:txBody>
      </p:sp>
      <p:sp>
        <p:nvSpPr>
          <p:cNvPr id="2" name="Rectangle 1">
            <a:extLst>
              <a:ext uri="{FF2B5EF4-FFF2-40B4-BE49-F238E27FC236}">
                <a16:creationId xmlns:a16="http://schemas.microsoft.com/office/drawing/2014/main" id="{3BDFC2A5-549C-6529-C346-087B457EF727}"/>
              </a:ext>
            </a:extLst>
          </p:cNvPr>
          <p:cNvSpPr/>
          <p:nvPr userDrawn="1"/>
        </p:nvSpPr>
        <p:spPr>
          <a:xfrm>
            <a:off x="0" y="6357257"/>
            <a:ext cx="12192000" cy="500743"/>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en-US"/>
          </a:p>
        </p:txBody>
      </p:sp>
      <p:sp>
        <p:nvSpPr>
          <p:cNvPr id="3" name="Rectangle 2">
            <a:extLst>
              <a:ext uri="{FF2B5EF4-FFF2-40B4-BE49-F238E27FC236}">
                <a16:creationId xmlns:a16="http://schemas.microsoft.com/office/drawing/2014/main" id="{925F49E0-5585-8AFA-C6B1-717C0403E394}"/>
              </a:ext>
            </a:extLst>
          </p:cNvPr>
          <p:cNvSpPr/>
          <p:nvPr userDrawn="1"/>
        </p:nvSpPr>
        <p:spPr>
          <a:xfrm>
            <a:off x="0" y="591018"/>
            <a:ext cx="12192000" cy="6020722"/>
          </a:xfrm>
          <a:prstGeom prst="rect">
            <a:avLst/>
          </a:prstGeom>
          <a:solidFill>
            <a:srgbClr val="0092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E7FDD8AE-FA25-A668-9A1E-0B90795991CB}"/>
              </a:ext>
            </a:extLst>
          </p:cNvPr>
          <p:cNvSpPr>
            <a:spLocks noGrp="1"/>
          </p:cNvSpPr>
          <p:nvPr>
            <p:ph type="title"/>
          </p:nvPr>
        </p:nvSpPr>
        <p:spPr>
          <a:xfrm>
            <a:off x="838200" y="1043753"/>
            <a:ext cx="10515600" cy="886732"/>
          </a:xfrm>
          <a:prstGeom prst="rect">
            <a:avLst/>
          </a:prstGeom>
        </p:spPr>
        <p:txBody>
          <a:bodyPr/>
          <a:lstStyle>
            <a:lvl1pPr algn="l">
              <a:defRPr sz="3600">
                <a:solidFill>
                  <a:schemeClr val="bg1"/>
                </a:solidFill>
                <a:latin typeface="Calibri" charset="0"/>
                <a:ea typeface="Calibri" charset="0"/>
                <a:cs typeface="Calibri" charset="0"/>
              </a:defRPr>
            </a:lvl1pPr>
          </a:lstStyle>
          <a:p>
            <a:r>
              <a:rPr lang="en-US" dirty="0"/>
              <a:t>Click to edit Master title style</a:t>
            </a:r>
          </a:p>
        </p:txBody>
      </p:sp>
      <p:sp>
        <p:nvSpPr>
          <p:cNvPr id="6" name="Text Placeholder 6">
            <a:extLst>
              <a:ext uri="{FF2B5EF4-FFF2-40B4-BE49-F238E27FC236}">
                <a16:creationId xmlns:a16="http://schemas.microsoft.com/office/drawing/2014/main" id="{308E6911-6621-D8EB-BFD9-4E06B28965AF}"/>
              </a:ext>
            </a:extLst>
          </p:cNvPr>
          <p:cNvSpPr>
            <a:spLocks noGrp="1"/>
          </p:cNvSpPr>
          <p:nvPr>
            <p:ph type="body" sz="quarter" idx="10"/>
          </p:nvPr>
        </p:nvSpPr>
        <p:spPr>
          <a:xfrm>
            <a:off x="838199" y="1997236"/>
            <a:ext cx="5464629" cy="4225143"/>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a:extLst>
              <a:ext uri="{FF2B5EF4-FFF2-40B4-BE49-F238E27FC236}">
                <a16:creationId xmlns:a16="http://schemas.microsoft.com/office/drawing/2014/main" id="{ACED969B-58C4-BC43-E46E-4704E7A6DD53}"/>
              </a:ext>
            </a:extLst>
          </p:cNvPr>
          <p:cNvPicPr>
            <a:picLocks noChangeAspect="1"/>
          </p:cNvPicPr>
          <p:nvPr userDrawn="1"/>
        </p:nvPicPr>
        <p:blipFill>
          <a:blip r:embed="rId2"/>
          <a:srcRect/>
          <a:stretch/>
        </p:blipFill>
        <p:spPr>
          <a:xfrm>
            <a:off x="838198" y="83274"/>
            <a:ext cx="2774403" cy="435476"/>
          </a:xfrm>
          <a:prstGeom prst="rect">
            <a:avLst/>
          </a:prstGeom>
        </p:spPr>
      </p:pic>
      <p:sp>
        <p:nvSpPr>
          <p:cNvPr id="9" name="Rectangle 8">
            <a:extLst>
              <a:ext uri="{FF2B5EF4-FFF2-40B4-BE49-F238E27FC236}">
                <a16:creationId xmlns:a16="http://schemas.microsoft.com/office/drawing/2014/main" id="{739EBDE0-AF7D-701F-436A-53DC92CACC55}"/>
              </a:ext>
            </a:extLst>
          </p:cNvPr>
          <p:cNvSpPr/>
          <p:nvPr userDrawn="1"/>
        </p:nvSpPr>
        <p:spPr>
          <a:xfrm>
            <a:off x="0" y="6490276"/>
            <a:ext cx="12192000" cy="216000"/>
          </a:xfrm>
          <a:prstGeom prst="rect">
            <a:avLst/>
          </a:prstGeom>
          <a:solidFill>
            <a:srgbClr val="FCE3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A3ADB96-BBC5-AE1A-BF37-422A9AADD0E4}"/>
              </a:ext>
            </a:extLst>
          </p:cNvPr>
          <p:cNvSpPr txBox="1"/>
          <p:nvPr userDrawn="1"/>
        </p:nvSpPr>
        <p:spPr>
          <a:xfrm>
            <a:off x="11513256" y="6492128"/>
            <a:ext cx="409503" cy="214147"/>
          </a:xfrm>
          <a:prstGeom prst="rect">
            <a:avLst/>
          </a:prstGeom>
        </p:spPr>
        <p:txBody>
          <a:bodyPr wrap="square" lIns="0" tIns="0" rIns="0" bIns="0" rtlCol="0" anchor="ctr" anchorCtr="0">
            <a:noAutofit/>
          </a:bodyPr>
          <a:lstStyle/>
          <a:p>
            <a:pPr algn="r"/>
            <a:fld id="{DE63DE5B-D6E9-7B40-84C0-058E84E3C55A}" type="slidenum">
              <a:rPr lang="en-US" sz="1200" b="0" cap="none" spc="0" baseline="0" smtClean="0">
                <a:ln w="0"/>
                <a:solidFill>
                  <a:schemeClr val="bg1"/>
                </a:solidFill>
                <a:effectLst/>
              </a:rPr>
              <a:pPr algn="r"/>
              <a:t>‹#›</a:t>
            </a:fld>
            <a:r>
              <a:rPr lang="en-US" sz="1300" b="0" cap="none" spc="0" baseline="0" dirty="0">
                <a:ln w="0"/>
                <a:solidFill>
                  <a:schemeClr val="bg1"/>
                </a:solidFill>
                <a:effectLst/>
              </a:rPr>
              <a:t> </a:t>
            </a:r>
          </a:p>
        </p:txBody>
      </p:sp>
      <p:sp>
        <p:nvSpPr>
          <p:cNvPr id="12" name="Picture Placeholder 8">
            <a:extLst>
              <a:ext uri="{FF2B5EF4-FFF2-40B4-BE49-F238E27FC236}">
                <a16:creationId xmlns:a16="http://schemas.microsoft.com/office/drawing/2014/main" id="{BD073C91-7DFD-C016-C70D-F54BD7C1B238}"/>
              </a:ext>
            </a:extLst>
          </p:cNvPr>
          <p:cNvSpPr>
            <a:spLocks noGrp="1"/>
          </p:cNvSpPr>
          <p:nvPr>
            <p:ph type="pic" sz="quarter" idx="11"/>
          </p:nvPr>
        </p:nvSpPr>
        <p:spPr>
          <a:xfrm>
            <a:off x="6478588" y="1997075"/>
            <a:ext cx="4875212" cy="4225925"/>
          </a:xfrm>
          <a:prstGeom prst="rect">
            <a:avLst/>
          </a:prstGeo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a:buNone/>
              <a:tabLst/>
              <a:defRPr/>
            </a:pPr>
            <a:endParaRPr lang="en-US" dirty="0"/>
          </a:p>
        </p:txBody>
      </p:sp>
      <p:pic>
        <p:nvPicPr>
          <p:cNvPr id="7" name="Picture 6">
            <a:extLst>
              <a:ext uri="{FF2B5EF4-FFF2-40B4-BE49-F238E27FC236}">
                <a16:creationId xmlns:a16="http://schemas.microsoft.com/office/drawing/2014/main" id="{E17CA3FF-8A92-3CBA-B049-08973DD1FB1F}"/>
              </a:ext>
            </a:extLst>
          </p:cNvPr>
          <p:cNvPicPr>
            <a:picLocks noChangeAspect="1"/>
          </p:cNvPicPr>
          <p:nvPr userDrawn="1"/>
        </p:nvPicPr>
        <p:blipFill>
          <a:blip r:embed="rId3"/>
          <a:srcRect/>
          <a:stretch/>
        </p:blipFill>
        <p:spPr>
          <a:xfrm>
            <a:off x="10526104" y="66501"/>
            <a:ext cx="1523597" cy="524517"/>
          </a:xfrm>
          <a:prstGeom prst="rect">
            <a:avLst/>
          </a:prstGeom>
        </p:spPr>
      </p:pic>
    </p:spTree>
    <p:extLst>
      <p:ext uri="{BB962C8B-B14F-4D97-AF65-F5344CB8AC3E}">
        <p14:creationId xmlns:p14="http://schemas.microsoft.com/office/powerpoint/2010/main" val="322911797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Opening Speaker">
    <p:spTree>
      <p:nvGrpSpPr>
        <p:cNvPr id="1" name=""/>
        <p:cNvGrpSpPr/>
        <p:nvPr/>
      </p:nvGrpSpPr>
      <p:grpSpPr>
        <a:xfrm>
          <a:off x="0" y="0"/>
          <a:ext cx="0" cy="0"/>
          <a:chOff x="0" y="0"/>
          <a:chExt cx="0" cy="0"/>
        </a:xfrm>
      </p:grpSpPr>
      <p:sp>
        <p:nvSpPr>
          <p:cNvPr id="4" name="TextBox 3"/>
          <p:cNvSpPr txBox="1"/>
          <p:nvPr userDrawn="1"/>
        </p:nvSpPr>
        <p:spPr>
          <a:xfrm>
            <a:off x="-787078" y="2581154"/>
            <a:ext cx="184731" cy="553998"/>
          </a:xfrm>
          <a:prstGeom prst="rect">
            <a:avLst/>
          </a:prstGeom>
        </p:spPr>
        <p:txBody>
          <a:bodyPr wrap="none" rtlCol="0">
            <a:spAutoFit/>
          </a:bodyPr>
          <a:lstStyle/>
          <a:p>
            <a:endParaRPr lang="en-US" sz="3000" b="1" i="0" dirty="0">
              <a:latin typeface="Open Sans Semibold" panose="020B0606030504020204" pitchFamily="34" charset="0"/>
            </a:endParaRPr>
          </a:p>
        </p:txBody>
      </p:sp>
      <p:sp>
        <p:nvSpPr>
          <p:cNvPr id="28" name="TextBox 27">
            <a:extLst>
              <a:ext uri="{FF2B5EF4-FFF2-40B4-BE49-F238E27FC236}">
                <a16:creationId xmlns:a16="http://schemas.microsoft.com/office/drawing/2014/main" id="{FDBFF715-DBF2-E645-B559-0085F351CB07}"/>
              </a:ext>
            </a:extLst>
          </p:cNvPr>
          <p:cNvSpPr txBox="1"/>
          <p:nvPr userDrawn="1"/>
        </p:nvSpPr>
        <p:spPr>
          <a:xfrm>
            <a:off x="-787078" y="2581154"/>
            <a:ext cx="184731" cy="553998"/>
          </a:xfrm>
          <a:prstGeom prst="rect">
            <a:avLst/>
          </a:prstGeom>
        </p:spPr>
        <p:txBody>
          <a:bodyPr wrap="none" rtlCol="0">
            <a:spAutoFit/>
          </a:bodyPr>
          <a:lstStyle/>
          <a:p>
            <a:endParaRPr lang="en-US" sz="3000" b="1" i="0" dirty="0">
              <a:latin typeface="Open Sans Semibold" panose="020B0606030504020204" pitchFamily="34" charset="0"/>
            </a:endParaRPr>
          </a:p>
        </p:txBody>
      </p:sp>
      <p:sp>
        <p:nvSpPr>
          <p:cNvPr id="12" name="Text Placeholder 11">
            <a:extLst>
              <a:ext uri="{FF2B5EF4-FFF2-40B4-BE49-F238E27FC236}">
                <a16:creationId xmlns:a16="http://schemas.microsoft.com/office/drawing/2014/main" id="{25E36E0A-7CE4-2C29-FD0C-99C5F3D29A94}"/>
              </a:ext>
            </a:extLst>
          </p:cNvPr>
          <p:cNvSpPr txBox="1">
            <a:spLocks/>
          </p:cNvSpPr>
          <p:nvPr userDrawn="1"/>
        </p:nvSpPr>
        <p:spPr>
          <a:xfrm>
            <a:off x="9140951" y="4802521"/>
            <a:ext cx="3323192" cy="638422"/>
          </a:xfrm>
          <a:prstGeom prst="rect">
            <a:avLst/>
          </a:prstGeom>
        </p:spPr>
        <p:txBody>
          <a:bodyPr anchor="ctr" anchorCtr="0"/>
          <a:lstStyle>
            <a:lvl1pPr marL="0" indent="0" algn="ctr" defTabSz="914400" rtl="0" eaLnBrk="1" latinLnBrk="0" hangingPunct="1">
              <a:lnSpc>
                <a:spcPct val="90000"/>
              </a:lnSpc>
              <a:spcBef>
                <a:spcPts val="1000"/>
              </a:spcBef>
              <a:buFont typeface="Arial"/>
              <a:buNone/>
              <a:defRPr sz="3000" kern="1200" baseline="0">
                <a:solidFill>
                  <a:schemeClr val="bg1"/>
                </a:solidFill>
                <a:latin typeface="Calibri" charset="0"/>
                <a:ea typeface="Calibri" charset="0"/>
                <a:cs typeface="Calibri"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b="1" i="0" dirty="0">
                <a:latin typeface="Open Sans Semibold" panose="020B0606030504020204" pitchFamily="34" charset="0"/>
                <a:ea typeface="Open Sans Semibold" panose="020B0606030504020204" pitchFamily="34" charset="0"/>
                <a:cs typeface="Open Sans Semibold" panose="020B0606030504020204" pitchFamily="34" charset="0"/>
              </a:rPr>
              <a:t>Virtual Edition</a:t>
            </a:r>
          </a:p>
        </p:txBody>
      </p:sp>
      <p:sp>
        <p:nvSpPr>
          <p:cNvPr id="13" name="Rectangle 12">
            <a:extLst>
              <a:ext uri="{FF2B5EF4-FFF2-40B4-BE49-F238E27FC236}">
                <a16:creationId xmlns:a16="http://schemas.microsoft.com/office/drawing/2014/main" id="{E31A63BA-96AA-95A2-6BEA-1D267E6682D8}"/>
              </a:ext>
            </a:extLst>
          </p:cNvPr>
          <p:cNvSpPr/>
          <p:nvPr userDrawn="1"/>
        </p:nvSpPr>
        <p:spPr>
          <a:xfrm>
            <a:off x="0" y="6357257"/>
            <a:ext cx="12192000" cy="500743"/>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en-US"/>
          </a:p>
        </p:txBody>
      </p:sp>
      <p:sp>
        <p:nvSpPr>
          <p:cNvPr id="14" name="Rectangle 13">
            <a:extLst>
              <a:ext uri="{FF2B5EF4-FFF2-40B4-BE49-F238E27FC236}">
                <a16:creationId xmlns:a16="http://schemas.microsoft.com/office/drawing/2014/main" id="{A67F4A87-FEAD-8913-FDFE-E3B2D7761837}"/>
              </a:ext>
            </a:extLst>
          </p:cNvPr>
          <p:cNvSpPr/>
          <p:nvPr userDrawn="1"/>
        </p:nvSpPr>
        <p:spPr>
          <a:xfrm>
            <a:off x="0" y="591018"/>
            <a:ext cx="12192000" cy="6020722"/>
          </a:xfrm>
          <a:prstGeom prst="rect">
            <a:avLst/>
          </a:prstGeom>
          <a:solidFill>
            <a:srgbClr val="0092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1B6AEEBF-F2CE-8A22-701A-07BD4AB4F039}"/>
              </a:ext>
            </a:extLst>
          </p:cNvPr>
          <p:cNvSpPr>
            <a:spLocks noGrp="1"/>
          </p:cNvSpPr>
          <p:nvPr>
            <p:ph type="title"/>
          </p:nvPr>
        </p:nvSpPr>
        <p:spPr>
          <a:xfrm>
            <a:off x="838200" y="1043753"/>
            <a:ext cx="10515600" cy="886732"/>
          </a:xfrm>
          <a:prstGeom prst="rect">
            <a:avLst/>
          </a:prstGeom>
        </p:spPr>
        <p:txBody>
          <a:bodyPr/>
          <a:lstStyle>
            <a:lvl1pPr algn="l">
              <a:defRPr sz="3600">
                <a:solidFill>
                  <a:schemeClr val="bg1"/>
                </a:solidFill>
                <a:latin typeface="Calibri" charset="0"/>
                <a:ea typeface="Calibri" charset="0"/>
                <a:cs typeface="Calibri" charset="0"/>
              </a:defRPr>
            </a:lvl1pPr>
          </a:lstStyle>
          <a:p>
            <a:r>
              <a:rPr lang="en-US" dirty="0"/>
              <a:t>Click to edit Master title style</a:t>
            </a:r>
          </a:p>
        </p:txBody>
      </p:sp>
      <p:sp>
        <p:nvSpPr>
          <p:cNvPr id="16" name="Text Placeholder 6">
            <a:extLst>
              <a:ext uri="{FF2B5EF4-FFF2-40B4-BE49-F238E27FC236}">
                <a16:creationId xmlns:a16="http://schemas.microsoft.com/office/drawing/2014/main" id="{C69FD6D5-1630-A8D0-1EB3-CEF908F41CDF}"/>
              </a:ext>
            </a:extLst>
          </p:cNvPr>
          <p:cNvSpPr>
            <a:spLocks noGrp="1"/>
          </p:cNvSpPr>
          <p:nvPr>
            <p:ph type="body" sz="quarter" idx="10"/>
          </p:nvPr>
        </p:nvSpPr>
        <p:spPr>
          <a:xfrm>
            <a:off x="838199" y="1997236"/>
            <a:ext cx="10515600" cy="4225143"/>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8" name="Picture 17">
            <a:extLst>
              <a:ext uri="{FF2B5EF4-FFF2-40B4-BE49-F238E27FC236}">
                <a16:creationId xmlns:a16="http://schemas.microsoft.com/office/drawing/2014/main" id="{3A456878-A438-1B5E-9F39-FF5F0C7477F9}"/>
              </a:ext>
            </a:extLst>
          </p:cNvPr>
          <p:cNvPicPr>
            <a:picLocks noChangeAspect="1"/>
          </p:cNvPicPr>
          <p:nvPr userDrawn="1"/>
        </p:nvPicPr>
        <p:blipFill>
          <a:blip r:embed="rId2"/>
          <a:srcRect/>
          <a:stretch/>
        </p:blipFill>
        <p:spPr>
          <a:xfrm>
            <a:off x="838198" y="83274"/>
            <a:ext cx="2774403" cy="435476"/>
          </a:xfrm>
          <a:prstGeom prst="rect">
            <a:avLst/>
          </a:prstGeom>
        </p:spPr>
      </p:pic>
      <p:sp>
        <p:nvSpPr>
          <p:cNvPr id="19" name="Rectangle 18">
            <a:extLst>
              <a:ext uri="{FF2B5EF4-FFF2-40B4-BE49-F238E27FC236}">
                <a16:creationId xmlns:a16="http://schemas.microsoft.com/office/drawing/2014/main" id="{6B3FF62D-9A17-3B3D-CF3D-2DFB2BACF05C}"/>
              </a:ext>
            </a:extLst>
          </p:cNvPr>
          <p:cNvSpPr/>
          <p:nvPr userDrawn="1"/>
        </p:nvSpPr>
        <p:spPr>
          <a:xfrm>
            <a:off x="0" y="6490276"/>
            <a:ext cx="12192000" cy="216000"/>
          </a:xfrm>
          <a:prstGeom prst="rect">
            <a:avLst/>
          </a:prstGeom>
          <a:solidFill>
            <a:srgbClr val="FCE3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38F97CCD-3ED8-82F2-78C1-44930238F0A9}"/>
              </a:ext>
            </a:extLst>
          </p:cNvPr>
          <p:cNvSpPr txBox="1"/>
          <p:nvPr userDrawn="1"/>
        </p:nvSpPr>
        <p:spPr>
          <a:xfrm>
            <a:off x="11513256" y="6492128"/>
            <a:ext cx="409503" cy="214147"/>
          </a:xfrm>
          <a:prstGeom prst="rect">
            <a:avLst/>
          </a:prstGeom>
        </p:spPr>
        <p:txBody>
          <a:bodyPr wrap="square" lIns="0" tIns="0" rIns="0" bIns="0" rtlCol="0" anchor="ctr" anchorCtr="0">
            <a:noAutofit/>
          </a:bodyPr>
          <a:lstStyle/>
          <a:p>
            <a:pPr algn="r"/>
            <a:fld id="{DE63DE5B-D6E9-7B40-84C0-058E84E3C55A}" type="slidenum">
              <a:rPr lang="en-US" sz="1200" b="0" cap="none" spc="0" baseline="0" smtClean="0">
                <a:ln w="0"/>
                <a:solidFill>
                  <a:schemeClr val="bg1"/>
                </a:solidFill>
                <a:effectLst/>
              </a:rPr>
              <a:pPr algn="r"/>
              <a:t>‹#›</a:t>
            </a:fld>
            <a:r>
              <a:rPr lang="en-US" sz="1300" b="0" cap="none" spc="0" baseline="0" dirty="0">
                <a:ln w="0"/>
                <a:solidFill>
                  <a:schemeClr val="bg1"/>
                </a:solidFill>
                <a:effectLst/>
              </a:rPr>
              <a:t> </a:t>
            </a:r>
          </a:p>
        </p:txBody>
      </p:sp>
      <p:pic>
        <p:nvPicPr>
          <p:cNvPr id="2" name="Picture 1">
            <a:extLst>
              <a:ext uri="{FF2B5EF4-FFF2-40B4-BE49-F238E27FC236}">
                <a16:creationId xmlns:a16="http://schemas.microsoft.com/office/drawing/2014/main" id="{4370ABC6-4C42-ECC4-BD89-9E45C5E5AB9F}"/>
              </a:ext>
            </a:extLst>
          </p:cNvPr>
          <p:cNvPicPr>
            <a:picLocks noChangeAspect="1"/>
          </p:cNvPicPr>
          <p:nvPr userDrawn="1"/>
        </p:nvPicPr>
        <p:blipFill>
          <a:blip r:embed="rId3"/>
          <a:srcRect/>
          <a:stretch/>
        </p:blipFill>
        <p:spPr>
          <a:xfrm>
            <a:off x="10526104" y="66501"/>
            <a:ext cx="1523597" cy="524517"/>
          </a:xfrm>
          <a:prstGeom prst="rect">
            <a:avLst/>
          </a:prstGeom>
        </p:spPr>
      </p:pic>
    </p:spTree>
    <p:extLst>
      <p:ext uri="{BB962C8B-B14F-4D97-AF65-F5344CB8AC3E}">
        <p14:creationId xmlns:p14="http://schemas.microsoft.com/office/powerpoint/2010/main" val="24851568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Opening Speaker">
    <p:spTree>
      <p:nvGrpSpPr>
        <p:cNvPr id="1" name=""/>
        <p:cNvGrpSpPr/>
        <p:nvPr/>
      </p:nvGrpSpPr>
      <p:grpSpPr>
        <a:xfrm>
          <a:off x="0" y="0"/>
          <a:ext cx="0" cy="0"/>
          <a:chOff x="0" y="0"/>
          <a:chExt cx="0" cy="0"/>
        </a:xfrm>
      </p:grpSpPr>
      <p:sp>
        <p:nvSpPr>
          <p:cNvPr id="4" name="TextBox 3"/>
          <p:cNvSpPr txBox="1"/>
          <p:nvPr userDrawn="1"/>
        </p:nvSpPr>
        <p:spPr>
          <a:xfrm>
            <a:off x="-787078" y="2581154"/>
            <a:ext cx="184731" cy="553998"/>
          </a:xfrm>
          <a:prstGeom prst="rect">
            <a:avLst/>
          </a:prstGeom>
        </p:spPr>
        <p:txBody>
          <a:bodyPr wrap="none" rtlCol="0">
            <a:spAutoFit/>
          </a:bodyPr>
          <a:lstStyle/>
          <a:p>
            <a:endParaRPr lang="en-US" sz="3000" b="1" i="0" dirty="0">
              <a:latin typeface="Open Sans Semibold" panose="020B0606030504020204" pitchFamily="34" charset="0"/>
            </a:endParaRPr>
          </a:p>
        </p:txBody>
      </p:sp>
      <p:sp>
        <p:nvSpPr>
          <p:cNvPr id="28" name="TextBox 27">
            <a:extLst>
              <a:ext uri="{FF2B5EF4-FFF2-40B4-BE49-F238E27FC236}">
                <a16:creationId xmlns:a16="http://schemas.microsoft.com/office/drawing/2014/main" id="{FDBFF715-DBF2-E645-B559-0085F351CB07}"/>
              </a:ext>
            </a:extLst>
          </p:cNvPr>
          <p:cNvSpPr txBox="1"/>
          <p:nvPr userDrawn="1"/>
        </p:nvSpPr>
        <p:spPr>
          <a:xfrm>
            <a:off x="-787078" y="2581154"/>
            <a:ext cx="184731" cy="553998"/>
          </a:xfrm>
          <a:prstGeom prst="rect">
            <a:avLst/>
          </a:prstGeom>
        </p:spPr>
        <p:txBody>
          <a:bodyPr wrap="none" rtlCol="0">
            <a:spAutoFit/>
          </a:bodyPr>
          <a:lstStyle/>
          <a:p>
            <a:endParaRPr lang="en-US" sz="3000" b="1" i="0" dirty="0">
              <a:latin typeface="Open Sans Semibold" panose="020B0606030504020204" pitchFamily="34" charset="0"/>
            </a:endParaRPr>
          </a:p>
        </p:txBody>
      </p:sp>
      <p:sp>
        <p:nvSpPr>
          <p:cNvPr id="42" name="Text Placeholder 11">
            <a:extLst>
              <a:ext uri="{FF2B5EF4-FFF2-40B4-BE49-F238E27FC236}">
                <a16:creationId xmlns:a16="http://schemas.microsoft.com/office/drawing/2014/main" id="{754B8974-C8AF-6B44-8952-DFDAB3AF4E05}"/>
              </a:ext>
            </a:extLst>
          </p:cNvPr>
          <p:cNvSpPr txBox="1">
            <a:spLocks/>
          </p:cNvSpPr>
          <p:nvPr userDrawn="1"/>
        </p:nvSpPr>
        <p:spPr>
          <a:xfrm>
            <a:off x="9140951" y="4802521"/>
            <a:ext cx="3323192" cy="638422"/>
          </a:xfrm>
          <a:prstGeom prst="rect">
            <a:avLst/>
          </a:prstGeom>
        </p:spPr>
        <p:txBody>
          <a:bodyPr anchor="ctr" anchorCtr="0"/>
          <a:lstStyle>
            <a:lvl1pPr marL="0" indent="0" algn="ctr" defTabSz="914400" rtl="0" eaLnBrk="1" latinLnBrk="0" hangingPunct="1">
              <a:lnSpc>
                <a:spcPct val="90000"/>
              </a:lnSpc>
              <a:spcBef>
                <a:spcPts val="1000"/>
              </a:spcBef>
              <a:buFont typeface="Arial"/>
              <a:buNone/>
              <a:defRPr sz="3000" kern="1200" baseline="0">
                <a:solidFill>
                  <a:schemeClr val="bg1"/>
                </a:solidFill>
                <a:latin typeface="Calibri" charset="0"/>
                <a:ea typeface="Calibri" charset="0"/>
                <a:cs typeface="Calibri"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b="1" i="0" dirty="0">
                <a:latin typeface="Open Sans Semibold" panose="020B0606030504020204" pitchFamily="34" charset="0"/>
                <a:ea typeface="Open Sans Semibold" panose="020B0606030504020204" pitchFamily="34" charset="0"/>
                <a:cs typeface="Open Sans Semibold" panose="020B0606030504020204" pitchFamily="34" charset="0"/>
              </a:rPr>
              <a:t>Virtual Edition</a:t>
            </a:r>
          </a:p>
        </p:txBody>
      </p:sp>
      <p:sp>
        <p:nvSpPr>
          <p:cNvPr id="3" name="Rectangle 2">
            <a:extLst>
              <a:ext uri="{FF2B5EF4-FFF2-40B4-BE49-F238E27FC236}">
                <a16:creationId xmlns:a16="http://schemas.microsoft.com/office/drawing/2014/main" id="{42F21769-7EBA-03AE-D43C-3F05485EE5D7}"/>
              </a:ext>
            </a:extLst>
          </p:cNvPr>
          <p:cNvSpPr/>
          <p:nvPr userDrawn="1"/>
        </p:nvSpPr>
        <p:spPr>
          <a:xfrm>
            <a:off x="0" y="6490276"/>
            <a:ext cx="12192000" cy="216000"/>
          </a:xfrm>
          <a:prstGeom prst="rect">
            <a:avLst/>
          </a:prstGeom>
          <a:solidFill>
            <a:srgbClr val="FCE3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9E8AA2F9-B0A6-2E87-161D-34625E875C16}"/>
              </a:ext>
            </a:extLst>
          </p:cNvPr>
          <p:cNvPicPr>
            <a:picLocks noChangeAspect="1"/>
          </p:cNvPicPr>
          <p:nvPr userDrawn="1"/>
        </p:nvPicPr>
        <p:blipFill>
          <a:blip r:embed="rId2"/>
          <a:srcRect/>
          <a:stretch/>
        </p:blipFill>
        <p:spPr>
          <a:xfrm>
            <a:off x="838198" y="83274"/>
            <a:ext cx="2774403" cy="435476"/>
          </a:xfrm>
          <a:prstGeom prst="rect">
            <a:avLst/>
          </a:prstGeom>
        </p:spPr>
      </p:pic>
      <p:sp>
        <p:nvSpPr>
          <p:cNvPr id="9" name="TextBox 8">
            <a:extLst>
              <a:ext uri="{FF2B5EF4-FFF2-40B4-BE49-F238E27FC236}">
                <a16:creationId xmlns:a16="http://schemas.microsoft.com/office/drawing/2014/main" id="{87F6A02E-5A10-9A79-1C53-14963C2BD546}"/>
              </a:ext>
            </a:extLst>
          </p:cNvPr>
          <p:cNvSpPr txBox="1"/>
          <p:nvPr userDrawn="1"/>
        </p:nvSpPr>
        <p:spPr>
          <a:xfrm>
            <a:off x="11513256" y="6492128"/>
            <a:ext cx="409503" cy="214147"/>
          </a:xfrm>
          <a:prstGeom prst="rect">
            <a:avLst/>
          </a:prstGeom>
        </p:spPr>
        <p:txBody>
          <a:bodyPr wrap="square" lIns="0" tIns="0" rIns="0" bIns="0" rtlCol="0" anchor="ctr" anchorCtr="0">
            <a:noAutofit/>
          </a:bodyPr>
          <a:lstStyle/>
          <a:p>
            <a:pPr algn="r"/>
            <a:fld id="{DE63DE5B-D6E9-7B40-84C0-058E84E3C55A}" type="slidenum">
              <a:rPr lang="en-US" sz="1200" b="0" cap="none" spc="0" baseline="0" smtClean="0">
                <a:ln w="0"/>
                <a:solidFill>
                  <a:schemeClr val="bg1"/>
                </a:solidFill>
                <a:effectLst/>
              </a:rPr>
              <a:pPr algn="r"/>
              <a:t>‹#›</a:t>
            </a:fld>
            <a:r>
              <a:rPr lang="en-US" sz="1300" b="0" cap="none" spc="0" baseline="0" dirty="0">
                <a:ln w="0"/>
                <a:solidFill>
                  <a:schemeClr val="bg1"/>
                </a:solidFill>
                <a:effectLst/>
              </a:rPr>
              <a:t> </a:t>
            </a:r>
          </a:p>
        </p:txBody>
      </p:sp>
      <p:pic>
        <p:nvPicPr>
          <p:cNvPr id="11" name="Picture 10">
            <a:extLst>
              <a:ext uri="{FF2B5EF4-FFF2-40B4-BE49-F238E27FC236}">
                <a16:creationId xmlns:a16="http://schemas.microsoft.com/office/drawing/2014/main" id="{D61D9488-ADE3-D885-CDD2-3798BEAE7C9C}"/>
              </a:ext>
            </a:extLst>
          </p:cNvPr>
          <p:cNvPicPr>
            <a:picLocks noChangeAspect="1"/>
          </p:cNvPicPr>
          <p:nvPr userDrawn="1"/>
        </p:nvPicPr>
        <p:blipFill>
          <a:blip r:embed="rId3"/>
          <a:srcRect/>
          <a:stretch/>
        </p:blipFill>
        <p:spPr>
          <a:xfrm>
            <a:off x="3612601" y="2908940"/>
            <a:ext cx="4643392" cy="1040119"/>
          </a:xfrm>
          <a:prstGeom prst="rect">
            <a:avLst/>
          </a:prstGeom>
        </p:spPr>
      </p:pic>
      <p:pic>
        <p:nvPicPr>
          <p:cNvPr id="2" name="Picture 1">
            <a:extLst>
              <a:ext uri="{FF2B5EF4-FFF2-40B4-BE49-F238E27FC236}">
                <a16:creationId xmlns:a16="http://schemas.microsoft.com/office/drawing/2014/main" id="{B70F6C9C-2808-9A59-B3CE-BDEDE4F8D76F}"/>
              </a:ext>
            </a:extLst>
          </p:cNvPr>
          <p:cNvPicPr>
            <a:picLocks noChangeAspect="1"/>
          </p:cNvPicPr>
          <p:nvPr userDrawn="1"/>
        </p:nvPicPr>
        <p:blipFill>
          <a:blip r:embed="rId4"/>
          <a:srcRect/>
          <a:stretch/>
        </p:blipFill>
        <p:spPr>
          <a:xfrm>
            <a:off x="10526104" y="66501"/>
            <a:ext cx="1523597" cy="524517"/>
          </a:xfrm>
          <a:prstGeom prst="rect">
            <a:avLst/>
          </a:prstGeom>
        </p:spPr>
      </p:pic>
    </p:spTree>
    <p:extLst>
      <p:ext uri="{BB962C8B-B14F-4D97-AF65-F5344CB8AC3E}">
        <p14:creationId xmlns:p14="http://schemas.microsoft.com/office/powerpoint/2010/main" val="38980519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pening Speaker">
    <p:spTree>
      <p:nvGrpSpPr>
        <p:cNvPr id="1" name=""/>
        <p:cNvGrpSpPr/>
        <p:nvPr/>
      </p:nvGrpSpPr>
      <p:grpSpPr>
        <a:xfrm>
          <a:off x="0" y="0"/>
          <a:ext cx="0" cy="0"/>
          <a:chOff x="0" y="0"/>
          <a:chExt cx="0" cy="0"/>
        </a:xfrm>
      </p:grpSpPr>
      <p:sp>
        <p:nvSpPr>
          <p:cNvPr id="4" name="TextBox 3"/>
          <p:cNvSpPr txBox="1"/>
          <p:nvPr userDrawn="1"/>
        </p:nvSpPr>
        <p:spPr>
          <a:xfrm>
            <a:off x="-787078" y="2581154"/>
            <a:ext cx="184731" cy="553998"/>
          </a:xfrm>
          <a:prstGeom prst="rect">
            <a:avLst/>
          </a:prstGeom>
        </p:spPr>
        <p:txBody>
          <a:bodyPr wrap="none" rtlCol="0">
            <a:spAutoFit/>
          </a:bodyPr>
          <a:lstStyle/>
          <a:p>
            <a:endParaRPr lang="en-US" sz="3000" b="1" i="0" dirty="0">
              <a:latin typeface="Open Sans Semibold" panose="020B0606030504020204" pitchFamily="34" charset="0"/>
            </a:endParaRPr>
          </a:p>
        </p:txBody>
      </p:sp>
      <p:sp>
        <p:nvSpPr>
          <p:cNvPr id="28" name="TextBox 27">
            <a:extLst>
              <a:ext uri="{FF2B5EF4-FFF2-40B4-BE49-F238E27FC236}">
                <a16:creationId xmlns:a16="http://schemas.microsoft.com/office/drawing/2014/main" id="{FDBFF715-DBF2-E645-B559-0085F351CB07}"/>
              </a:ext>
            </a:extLst>
          </p:cNvPr>
          <p:cNvSpPr txBox="1"/>
          <p:nvPr userDrawn="1"/>
        </p:nvSpPr>
        <p:spPr>
          <a:xfrm>
            <a:off x="-787078" y="2581154"/>
            <a:ext cx="184731" cy="553998"/>
          </a:xfrm>
          <a:prstGeom prst="rect">
            <a:avLst/>
          </a:prstGeom>
        </p:spPr>
        <p:txBody>
          <a:bodyPr wrap="none" rtlCol="0">
            <a:spAutoFit/>
          </a:bodyPr>
          <a:lstStyle/>
          <a:p>
            <a:endParaRPr lang="en-US" sz="3000" b="1" i="0" dirty="0">
              <a:latin typeface="Open Sans Semibold" panose="020B0606030504020204" pitchFamily="34" charset="0"/>
            </a:endParaRPr>
          </a:p>
        </p:txBody>
      </p:sp>
      <p:sp>
        <p:nvSpPr>
          <p:cNvPr id="42" name="Text Placeholder 11">
            <a:extLst>
              <a:ext uri="{FF2B5EF4-FFF2-40B4-BE49-F238E27FC236}">
                <a16:creationId xmlns:a16="http://schemas.microsoft.com/office/drawing/2014/main" id="{754B8974-C8AF-6B44-8952-DFDAB3AF4E05}"/>
              </a:ext>
            </a:extLst>
          </p:cNvPr>
          <p:cNvSpPr txBox="1">
            <a:spLocks/>
          </p:cNvSpPr>
          <p:nvPr userDrawn="1"/>
        </p:nvSpPr>
        <p:spPr>
          <a:xfrm>
            <a:off x="9140951" y="4802521"/>
            <a:ext cx="3323192" cy="638422"/>
          </a:xfrm>
          <a:prstGeom prst="rect">
            <a:avLst/>
          </a:prstGeom>
        </p:spPr>
        <p:txBody>
          <a:bodyPr anchor="ctr" anchorCtr="0"/>
          <a:lstStyle>
            <a:lvl1pPr marL="0" indent="0" algn="ctr" defTabSz="914400" rtl="0" eaLnBrk="1" latinLnBrk="0" hangingPunct="1">
              <a:lnSpc>
                <a:spcPct val="90000"/>
              </a:lnSpc>
              <a:spcBef>
                <a:spcPts val="1000"/>
              </a:spcBef>
              <a:buFont typeface="Arial"/>
              <a:buNone/>
              <a:defRPr sz="3000" kern="1200" baseline="0">
                <a:solidFill>
                  <a:schemeClr val="bg1"/>
                </a:solidFill>
                <a:latin typeface="Calibri" charset="0"/>
                <a:ea typeface="Calibri" charset="0"/>
                <a:cs typeface="Calibri"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b="1" i="0" dirty="0">
                <a:latin typeface="Open Sans Semibold" panose="020B0606030504020204" pitchFamily="34" charset="0"/>
                <a:ea typeface="Open Sans Semibold" panose="020B0606030504020204" pitchFamily="34" charset="0"/>
                <a:cs typeface="Open Sans Semibold" panose="020B0606030504020204" pitchFamily="34" charset="0"/>
              </a:rPr>
              <a:t>Virtual Edition</a:t>
            </a:r>
          </a:p>
        </p:txBody>
      </p:sp>
      <p:sp>
        <p:nvSpPr>
          <p:cNvPr id="3" name="Rectangle 2">
            <a:extLst>
              <a:ext uri="{FF2B5EF4-FFF2-40B4-BE49-F238E27FC236}">
                <a16:creationId xmlns:a16="http://schemas.microsoft.com/office/drawing/2014/main" id="{42F21769-7EBA-03AE-D43C-3F05485EE5D7}"/>
              </a:ext>
            </a:extLst>
          </p:cNvPr>
          <p:cNvSpPr/>
          <p:nvPr userDrawn="1"/>
        </p:nvSpPr>
        <p:spPr>
          <a:xfrm>
            <a:off x="0" y="6490276"/>
            <a:ext cx="12192000" cy="216000"/>
          </a:xfrm>
          <a:prstGeom prst="rect">
            <a:avLst/>
          </a:prstGeom>
          <a:solidFill>
            <a:srgbClr val="FCE3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9E8AA2F9-B0A6-2E87-161D-34625E875C16}"/>
              </a:ext>
            </a:extLst>
          </p:cNvPr>
          <p:cNvPicPr>
            <a:picLocks noChangeAspect="1"/>
          </p:cNvPicPr>
          <p:nvPr userDrawn="1"/>
        </p:nvPicPr>
        <p:blipFill>
          <a:blip r:embed="rId2"/>
          <a:srcRect/>
          <a:stretch/>
        </p:blipFill>
        <p:spPr>
          <a:xfrm>
            <a:off x="838198" y="83274"/>
            <a:ext cx="2774403" cy="435476"/>
          </a:xfrm>
          <a:prstGeom prst="rect">
            <a:avLst/>
          </a:prstGeom>
        </p:spPr>
      </p:pic>
      <p:sp>
        <p:nvSpPr>
          <p:cNvPr id="9" name="TextBox 8">
            <a:extLst>
              <a:ext uri="{FF2B5EF4-FFF2-40B4-BE49-F238E27FC236}">
                <a16:creationId xmlns:a16="http://schemas.microsoft.com/office/drawing/2014/main" id="{87F6A02E-5A10-9A79-1C53-14963C2BD546}"/>
              </a:ext>
            </a:extLst>
          </p:cNvPr>
          <p:cNvSpPr txBox="1"/>
          <p:nvPr userDrawn="1"/>
        </p:nvSpPr>
        <p:spPr>
          <a:xfrm>
            <a:off x="11513256" y="6492128"/>
            <a:ext cx="409503" cy="214147"/>
          </a:xfrm>
          <a:prstGeom prst="rect">
            <a:avLst/>
          </a:prstGeom>
        </p:spPr>
        <p:txBody>
          <a:bodyPr wrap="square" lIns="0" tIns="0" rIns="0" bIns="0" rtlCol="0" anchor="ctr" anchorCtr="0">
            <a:noAutofit/>
          </a:bodyPr>
          <a:lstStyle/>
          <a:p>
            <a:pPr algn="r"/>
            <a:fld id="{DE63DE5B-D6E9-7B40-84C0-058E84E3C55A}" type="slidenum">
              <a:rPr lang="en-US" sz="1200" b="0" cap="none" spc="0" baseline="0" smtClean="0">
                <a:ln w="0"/>
                <a:solidFill>
                  <a:schemeClr val="bg1"/>
                </a:solidFill>
                <a:effectLst/>
              </a:rPr>
              <a:pPr algn="r"/>
              <a:t>‹#›</a:t>
            </a:fld>
            <a:r>
              <a:rPr lang="en-US" sz="1300" b="0" cap="none" spc="0" baseline="0" dirty="0">
                <a:ln w="0"/>
                <a:solidFill>
                  <a:schemeClr val="bg1"/>
                </a:solidFill>
                <a:effectLst/>
              </a:rPr>
              <a:t> </a:t>
            </a:r>
          </a:p>
        </p:txBody>
      </p:sp>
      <p:pic>
        <p:nvPicPr>
          <p:cNvPr id="2" name="Picture 1">
            <a:extLst>
              <a:ext uri="{FF2B5EF4-FFF2-40B4-BE49-F238E27FC236}">
                <a16:creationId xmlns:a16="http://schemas.microsoft.com/office/drawing/2014/main" id="{6CD4B5E0-A57F-F038-1862-4E7381A05A6D}"/>
              </a:ext>
            </a:extLst>
          </p:cNvPr>
          <p:cNvPicPr>
            <a:picLocks noChangeAspect="1"/>
          </p:cNvPicPr>
          <p:nvPr userDrawn="1"/>
        </p:nvPicPr>
        <p:blipFill>
          <a:blip r:embed="rId3"/>
          <a:srcRect/>
          <a:stretch/>
        </p:blipFill>
        <p:spPr>
          <a:xfrm>
            <a:off x="10526104" y="66501"/>
            <a:ext cx="1523597" cy="524517"/>
          </a:xfrm>
          <a:prstGeom prst="rect">
            <a:avLst/>
          </a:prstGeom>
        </p:spPr>
      </p:pic>
    </p:spTree>
    <p:extLst>
      <p:ext uri="{BB962C8B-B14F-4D97-AF65-F5344CB8AC3E}">
        <p14:creationId xmlns:p14="http://schemas.microsoft.com/office/powerpoint/2010/main" val="41815091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41801565"/>
      </p:ext>
    </p:extLst>
  </p:cSld>
  <p:clrMap bg1="lt1" tx1="dk1" bg2="lt2" tx2="dk2" accent1="accent1" accent2="accent2" accent3="accent3" accent4="accent4" accent5="accent5" accent6="accent6" hlink="hlink" folHlink="folHlink"/>
  <p:sldLayoutIdLst>
    <p:sldLayoutId id="2147483663" r:id="rId1"/>
    <p:sldLayoutId id="2147483656" r:id="rId2"/>
    <p:sldLayoutId id="2147483664" r:id="rId3"/>
    <p:sldLayoutId id="2147483659" r:id="rId4"/>
    <p:sldLayoutId id="2147483660" r:id="rId5"/>
    <p:sldLayoutId id="2147483661" r:id="rId6"/>
    <p:sldLayoutId id="2147483662" r:id="rId7"/>
  </p:sldLayoutIdLst>
  <p:hf hdr="0" ftr="0" dt="0"/>
  <p:txStyles>
    <p:titleStyle>
      <a:lvl1pPr algn="ctr" defTabSz="914400" rtl="0" eaLnBrk="1" latinLnBrk="0" hangingPunct="1">
        <a:lnSpc>
          <a:spcPct val="90000"/>
        </a:lnSpc>
        <a:spcBef>
          <a:spcPct val="0"/>
        </a:spcBef>
        <a:buNone/>
        <a:defRPr sz="4400" kern="1200">
          <a:solidFill>
            <a:schemeClr val="bg1"/>
          </a:solidFill>
          <a:latin typeface="Open Sans" charset="0"/>
          <a:ea typeface="Open Sans" charset="0"/>
          <a:cs typeface="Open Sans"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build.fhir.org/ig/HL7/davinci-crd/en/hooks.html#ci-c-hook-7"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hyperlink" Target="https://github.com/HL7/davinci-crd/blob/master/input/pagecontent/hooks.md" TargetMode="External"/><Relationship Id="rId5" Type="http://schemas.openxmlformats.org/officeDocument/2006/relationships/hyperlink" Target="https://build.fhir.org/ig/HL7/davinci-crd/en/Requirements-fromNarrative.html#root" TargetMode="External"/><Relationship Id="rId4" Type="http://schemas.openxmlformats.org/officeDocument/2006/relationships/hyperlink" Target="https://build.fhir.org/ig/HL7/davinci-crd/en/conformancedetails.html#conformance-details"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build.fhir.org/ig/HL7/davinci-crd/en/hooks.html"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hyperlink" Target="https://raw.githubusercontent.com/HL7/davinci-crd/refs/heads/master/input/pagecontent/hooks.md"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HL7/ig-template-davinci/tree/master/scripts"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hyperlink" Target="https://github.com/HL7/davinci-pct/blob/93ff8baab987925727c81b62a84bc4ac6c38efc2/input/ignoreWarnings.txt#L197" TargetMode="External"/><Relationship Id="rId4" Type="http://schemas.openxmlformats.org/officeDocument/2006/relationships/hyperlink" Target="https://github.com/HL7/ig-template-davinci/blob/master/scripts/onCheck.ig.davinci.checkHome.xslt" TargetMode="External"/></Relationships>
</file>

<file path=ppt/slides/_rels/slide7.xml.rels><?xml version="1.0" encoding="UTF-8" standalone="yes"?>
<Relationships xmlns="http://schemas.openxmlformats.org/package/2006/relationships"><Relationship Id="rId8" Type="http://schemas.openxmlformats.org/officeDocument/2006/relationships/hyperlink" Target="https://build.fhir.org/ig/HL7/davinci-crd/en/StructureDefinition-CRDHooksRequest.html" TargetMode="External"/><Relationship Id="rId3" Type="http://schemas.openxmlformats.org/officeDocument/2006/relationships/hyperlink" Target="https://github.com/FHIR/fhir-tools-ig/blob/a6d055dd50cad1a3e107c634d03d314a3a8ef6c3/input/resources/structuredefinition-CDSHooksRequest.json#L88" TargetMode="External"/><Relationship Id="rId7" Type="http://schemas.openxmlformats.org/officeDocument/2006/relationships/hyperlink" Target="https://build.fhir.org/ig/HL7/davinci-crd/en/Binary-CRDServiceRequest.html"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hyperlink" Target="https://github.com/HL7/davinci-crd/blob/138d34a517753f2e4aa286a7f17ceb53f4354310/sushi-config.yaml#L211" TargetMode="External"/><Relationship Id="rId5" Type="http://schemas.openxmlformats.org/officeDocument/2006/relationships/hyperlink" Target="https://github.com/HL7/davinci-crd/blob/master/input/resources/CRDServiceRequest.json" TargetMode="External"/><Relationship Id="rId4" Type="http://schemas.openxmlformats.org/officeDocument/2006/relationships/hyperlink" Target="https://github.com/HL7/davinci-crd/blob/138d34a517753f2e4aa286a7f17ceb53f4354310/input/resources/structuredefinition-CRDHooksRequest.xml#L66" TargetMode="External"/><Relationship Id="rId9" Type="http://schemas.openxmlformats.org/officeDocument/2006/relationships/hyperlink" Target="https://build.fhir.org/ig/HL7/davinci-crd/qa.html#_scratch_repo_input_resources_structuredefinition-CRDHooksRequest"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build.fhir.org/ig/HL7/davinci-crd/en/cards.html"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hyperlink" Target="https://raw.githubusercontent.com/HL7/davinci-crd/refs/heads/master/input/pagecontent/cards.md" TargetMode="External"/><Relationship Id="rId4" Type="http://schemas.openxmlformats.org/officeDocument/2006/relationships/hyperlink" Target="https://build.fhir.org/ig/HL7/davinci-crd/en/Binary-CRDServiceResponse2.html#root"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HL7/davinci-crd/blob/master/input/resources/CRDServiceRequest.json"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hyperlink" Target="https://build.fhir.org/ig/HL7/davinci-crd/en/Binary-CRDServiceRequest.json.html" TargetMode="External"/><Relationship Id="rId4" Type="http://schemas.openxmlformats.org/officeDocument/2006/relationships/hyperlink" Target="https://github.com/HL7/davinci-crd/blob/master/input/hooks-files/Binary-CRDServiceRequest.json"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build.fhir.org/ig/HL7/cqf-measures/Measure-measure-pi-exm.html"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hyperlink" Target="https://github.com/HL7/cqf-measures/blob/9330b08b4df7e9ddf38c0ce814970f794442f10d/input/cqfmeasures.xml#L879" TargetMode="External"/><Relationship Id="rId4" Type="http://schemas.openxmlformats.org/officeDocument/2006/relationships/hyperlink" Target="https://github.com/HL7/cqf-measures/blob/master/templates/liquid/Measure.liquid"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build.fhir.org/ig/HL7/fhir-symptoms-ig/en/StructureDefinition-openEHR-EHR-CLUSTER.symptom-sign.v2.html"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hyperlink" Target="https://github.com/HL7/fhir-symptoms-ig/blob/130c6db86fb95b3aad440d24302d4067ecbda34b/sushi-config.yaml#L44"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build.fhir.org/ig/FHIR/ig-guidance/diagrams-mermaid.html#including-mermaid-diagrams-in-your-documentation"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hyperlink" Target="https://github.com/FHIR/ig-guidance/blob/master/input/images-source/sequence.plantuml" TargetMode="External"/><Relationship Id="rId4" Type="http://schemas.openxmlformats.org/officeDocument/2006/relationships/hyperlink" Target="https://build.fhir.org/ig/FHIR/ig-guidance/diagrams-plantuml.html#creating-the-diagram-source"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build.fhir.org/ig/FHIR/sample-ig/en/StructureDefinition-mypatient.html" TargetMode="External"/><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hyperlink" Target="https://github.com/FHIR/sample-ig/blob/master/input/diagrams" TargetMode="External"/><Relationship Id="rId4" Type="http://schemas.openxmlformats.org/officeDocument/2006/relationships/hyperlink" Target="https://github.com/FHIR/sample-ig/blob/dc58821705d4436af7ff722b6c8e53a7e5221a51/input/myig.xml#L240"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build.fhir.org/ig/FHIR/ig-guidance/sql.html" TargetMode="External"/><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8" Type="http://schemas.openxmlformats.org/officeDocument/2006/relationships/hyperlink" Target="https://github.com/FHIR/ig-guidance/blob/master/factories/patient-cases.xlsx" TargetMode="External"/><Relationship Id="rId3" Type="http://schemas.openxmlformats.org/officeDocument/2006/relationships/hyperlink" Target="https://github.com/FHIR/ig-guidance/blob/2d187de10be0ade6e1cc8b9e9a476112fae262c3/input/howto.xml#L266" TargetMode="External"/><Relationship Id="rId7" Type="http://schemas.openxmlformats.org/officeDocument/2006/relationships/hyperlink" Target="https://github.com/FHIR/ig-guidance/blob/master/factories/data.csv"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hyperlink" Target="https://github.com/FHIR/ig-guidance/blob/master/factories/patient.liquid" TargetMode="External"/><Relationship Id="rId5" Type="http://schemas.openxmlformats.org/officeDocument/2006/relationships/hyperlink" Target="https://github.com/FHIR/ig-guidance/blob/master/factories/factories.json" TargetMode="External"/><Relationship Id="rId4" Type="http://schemas.openxmlformats.org/officeDocument/2006/relationships/hyperlink" Target="https://github.com/FHIR/ig-guidance/tree/master/factories" TargetMode="External"/><Relationship Id="rId9" Type="http://schemas.openxmlformats.org/officeDocument/2006/relationships/hyperlink" Target="https://build.fhir.org/ig/FHIR/ig-guidance/Patient-47234.html"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build.fhir.org/ig/FHIR/ig-guidance/testfactory.html#examples" TargetMode="External"/><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hyperlink" Target="https://github.com/FHIR/ig-guidance/blob/master/factories/factories.liquid" TargetMode="External"/><Relationship Id="rId4" Type="http://schemas.openxmlformats.org/officeDocument/2006/relationships/hyperlink" Target="https://github.com/FHIR/ig-guidance/blob/master/factories/factories.json"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build.fhir.org/ig/HL7/davinci-crd/en/ai.zip" TargetMode="External"/><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HL7/cds-hooks-library/blob/5d04c4dee2e0f0e09ada6862705e86daa818a70f/sushi-config.yaml#L96" TargetMode="External"/><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hyperlink" Target="https://raw.githubusercontent.com/HL7/cds-hooks-library/refs/heads/main/input/pagecontent/index.md"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build.fhir.org/ig/FHIR/ig-guidance/profile-test-cases.html" TargetMode="External"/><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hyperlink" Target="https://build.fhir.org/ig/FHIR/ig-guidance" TargetMode="External"/><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hyperlink" Target="https://chat.fhir.org"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mailto:lloyd@dogwoodhealthconsulting.com"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hyperlink" Target="https://www.devdays.com/feedback/"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E96588F-E356-15BC-F4EC-039964E9AF3F}"/>
              </a:ext>
            </a:extLst>
          </p:cNvPr>
          <p:cNvSpPr>
            <a:spLocks noGrp="1"/>
          </p:cNvSpPr>
          <p:nvPr>
            <p:ph type="body" sz="quarter" idx="10"/>
          </p:nvPr>
        </p:nvSpPr>
        <p:spPr/>
        <p:txBody>
          <a:bodyPr/>
          <a:lstStyle/>
          <a:p>
            <a:r>
              <a:rPr lang="en-US" dirty="0"/>
              <a:t>New and Under-used IG Publisher Features</a:t>
            </a:r>
            <a:endParaRPr lang="en-NL" dirty="0"/>
          </a:p>
        </p:txBody>
      </p:sp>
      <p:sp>
        <p:nvSpPr>
          <p:cNvPr id="3" name="Title 2">
            <a:extLst>
              <a:ext uri="{FF2B5EF4-FFF2-40B4-BE49-F238E27FC236}">
                <a16:creationId xmlns:a16="http://schemas.microsoft.com/office/drawing/2014/main" id="{FC301C68-73F3-5DE9-B720-FFD53931A1AF}"/>
              </a:ext>
            </a:extLst>
          </p:cNvPr>
          <p:cNvSpPr>
            <a:spLocks noGrp="1"/>
          </p:cNvSpPr>
          <p:nvPr>
            <p:ph type="title"/>
          </p:nvPr>
        </p:nvSpPr>
        <p:spPr/>
        <p:txBody>
          <a:bodyPr/>
          <a:lstStyle/>
          <a:p>
            <a:r>
              <a:rPr lang="en-US" dirty="0"/>
              <a:t>Lloyd McKenzie, Dogwood Health Consulting</a:t>
            </a:r>
            <a:endParaRPr lang="en-NL" dirty="0"/>
          </a:p>
        </p:txBody>
      </p:sp>
    </p:spTree>
    <p:extLst>
      <p:ext uri="{BB962C8B-B14F-4D97-AF65-F5344CB8AC3E}">
        <p14:creationId xmlns:p14="http://schemas.microsoft.com/office/powerpoint/2010/main" val="30502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79C26F53-9356-D93D-321C-B354892EA52F}"/>
              </a:ext>
            </a:extLst>
          </p:cNvPr>
          <p:cNvSpPr>
            <a:spLocks noGrp="1"/>
          </p:cNvSpPr>
          <p:nvPr>
            <p:ph type="title"/>
          </p:nvPr>
        </p:nvSpPr>
        <p:spPr>
          <a:xfrm>
            <a:off x="838200" y="1043753"/>
            <a:ext cx="10515600" cy="886732"/>
          </a:xfrm>
        </p:spPr>
        <p:txBody>
          <a:bodyPr/>
          <a:lstStyle/>
          <a:p>
            <a:r>
              <a:rPr lang="en-US" dirty="0"/>
              <a:t>Who am I?</a:t>
            </a:r>
            <a:endParaRPr lang="en-NL" dirty="0"/>
          </a:p>
        </p:txBody>
      </p:sp>
      <p:sp>
        <p:nvSpPr>
          <p:cNvPr id="12" name="Text Placeholder 2">
            <a:extLst>
              <a:ext uri="{FF2B5EF4-FFF2-40B4-BE49-F238E27FC236}">
                <a16:creationId xmlns:a16="http://schemas.microsoft.com/office/drawing/2014/main" id="{2AF8F279-1A35-E036-374B-7DCFDF660402}"/>
              </a:ext>
            </a:extLst>
          </p:cNvPr>
          <p:cNvSpPr txBox="1">
            <a:spLocks/>
          </p:cNvSpPr>
          <p:nvPr/>
        </p:nvSpPr>
        <p:spPr>
          <a:xfrm>
            <a:off x="838199" y="1997236"/>
            <a:ext cx="10515600" cy="4225143"/>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dirty="0"/>
              <a:t>Name: </a:t>
            </a:r>
            <a:r>
              <a:rPr lang="en-US" b="1" dirty="0"/>
              <a:t>Lloyd McKenzie</a:t>
            </a:r>
          </a:p>
          <a:p>
            <a:r>
              <a:rPr lang="en-US" dirty="0"/>
              <a:t>Role: Chief Standards Officer</a:t>
            </a:r>
          </a:p>
          <a:p>
            <a:r>
              <a:rPr lang="en-US" dirty="0"/>
              <a:t>Company: Dogwood Health Consulting</a:t>
            </a:r>
            <a:endParaRPr lang="en-US" b="1" dirty="0"/>
          </a:p>
          <a:p>
            <a:r>
              <a:rPr lang="en-US" dirty="0"/>
              <a:t>Background:</a:t>
            </a:r>
          </a:p>
          <a:p>
            <a:pPr lvl="1"/>
            <a:r>
              <a:rPr lang="en-US" dirty="0"/>
              <a:t>One of FHIR’s initial editors</a:t>
            </a:r>
          </a:p>
          <a:p>
            <a:pPr lvl="1"/>
            <a:r>
              <a:rPr lang="en-US" dirty="0"/>
              <a:t>FHIR Infrastructure co-chair, member FMG, TSC</a:t>
            </a:r>
          </a:p>
          <a:p>
            <a:pPr lvl="1"/>
            <a:r>
              <a:rPr lang="en-US" dirty="0"/>
              <a:t>Heavily involved in healthcare interoperability for over 20 years</a:t>
            </a:r>
          </a:p>
          <a:p>
            <a:pPr lvl="1"/>
            <a:r>
              <a:rPr lang="en-US" dirty="0"/>
              <a:t>Unofficial FHIR community manager</a:t>
            </a:r>
          </a:p>
          <a:p>
            <a:pPr lvl="1"/>
            <a:r>
              <a:rPr lang="en-US" b="1" dirty="0"/>
              <a:t>Lead on Structured Data Capture project</a:t>
            </a:r>
          </a:p>
        </p:txBody>
      </p:sp>
      <p:pic>
        <p:nvPicPr>
          <p:cNvPr id="13" name="Picture 12">
            <a:extLst>
              <a:ext uri="{FF2B5EF4-FFF2-40B4-BE49-F238E27FC236}">
                <a16:creationId xmlns:a16="http://schemas.microsoft.com/office/drawing/2014/main" id="{5EC34195-A1FD-2FA6-ABB6-D16B5692BAB1}"/>
              </a:ext>
            </a:extLst>
          </p:cNvPr>
          <p:cNvPicPr>
            <a:picLocks noChangeAspect="1"/>
          </p:cNvPicPr>
          <p:nvPr/>
        </p:nvPicPr>
        <p:blipFill>
          <a:blip r:embed="rId3"/>
          <a:stretch>
            <a:fillRect/>
          </a:stretch>
        </p:blipFill>
        <p:spPr>
          <a:xfrm>
            <a:off x="7971314" y="1199806"/>
            <a:ext cx="3145975" cy="3145975"/>
          </a:xfrm>
          <a:prstGeom prst="rect">
            <a:avLst/>
          </a:prstGeom>
        </p:spPr>
      </p:pic>
    </p:spTree>
    <p:extLst>
      <p:ext uri="{BB962C8B-B14F-4D97-AF65-F5344CB8AC3E}">
        <p14:creationId xmlns:p14="http://schemas.microsoft.com/office/powerpoint/2010/main" val="38864746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463F4-D29B-8E2B-CE4B-DD48ECC88805}"/>
              </a:ext>
            </a:extLst>
          </p:cNvPr>
          <p:cNvSpPr>
            <a:spLocks noGrp="1"/>
          </p:cNvSpPr>
          <p:nvPr>
            <p:ph type="title"/>
          </p:nvPr>
        </p:nvSpPr>
        <p:spPr/>
        <p:txBody>
          <a:bodyPr/>
          <a:lstStyle/>
          <a:p>
            <a:r>
              <a:rPr lang="en-US" dirty="0"/>
              <a:t>About this presentation</a:t>
            </a:r>
          </a:p>
        </p:txBody>
      </p:sp>
      <p:sp>
        <p:nvSpPr>
          <p:cNvPr id="3" name="Text Placeholder 2">
            <a:extLst>
              <a:ext uri="{FF2B5EF4-FFF2-40B4-BE49-F238E27FC236}">
                <a16:creationId xmlns:a16="http://schemas.microsoft.com/office/drawing/2014/main" id="{ABF1C053-056D-23BC-A674-CC4536B599C4}"/>
              </a:ext>
            </a:extLst>
          </p:cNvPr>
          <p:cNvSpPr>
            <a:spLocks noGrp="1"/>
          </p:cNvSpPr>
          <p:nvPr>
            <p:ph type="body" sz="quarter" idx="10"/>
          </p:nvPr>
        </p:nvSpPr>
        <p:spPr>
          <a:xfrm>
            <a:off x="838199" y="1997236"/>
            <a:ext cx="10515601" cy="4225143"/>
          </a:xfrm>
        </p:spPr>
        <p:txBody>
          <a:bodyPr/>
          <a:lstStyle/>
          <a:p>
            <a:r>
              <a:rPr lang="en-US" dirty="0"/>
              <a:t>Goals</a:t>
            </a:r>
          </a:p>
          <a:p>
            <a:pPr lvl="1"/>
            <a:r>
              <a:rPr lang="en-US" dirty="0"/>
              <a:t>Surface IG Publisher capabilities authors may not know</a:t>
            </a:r>
          </a:p>
          <a:p>
            <a:pPr lvl="1"/>
            <a:r>
              <a:rPr lang="en-US" dirty="0"/>
              <a:t>Arm readers to ask for more useful IGs</a:t>
            </a:r>
          </a:p>
          <a:p>
            <a:r>
              <a:rPr lang="en-US" dirty="0"/>
              <a:t>A surface-level tour</a:t>
            </a:r>
          </a:p>
          <a:p>
            <a:pPr lvl="1"/>
            <a:r>
              <a:rPr lang="en-US" dirty="0"/>
              <a:t>“this cool thing exists,” </a:t>
            </a:r>
          </a:p>
          <a:p>
            <a:pPr lvl="1"/>
            <a:r>
              <a:rPr lang="en-US" dirty="0"/>
              <a:t>not “you will leave knowing how to use it”</a:t>
            </a:r>
          </a:p>
          <a:p>
            <a:r>
              <a:rPr lang="en-US" dirty="0"/>
              <a:t>Live examples rather than screenshots, so this deck is mostly links</a:t>
            </a:r>
          </a:p>
        </p:txBody>
      </p:sp>
    </p:spTree>
    <p:extLst>
      <p:ext uri="{BB962C8B-B14F-4D97-AF65-F5344CB8AC3E}">
        <p14:creationId xmlns:p14="http://schemas.microsoft.com/office/powerpoint/2010/main" val="3238943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464F0-24DD-53D2-5BF7-2A679B4D9C93}"/>
              </a:ext>
            </a:extLst>
          </p:cNvPr>
          <p:cNvSpPr>
            <a:spLocks noGrp="1"/>
          </p:cNvSpPr>
          <p:nvPr>
            <p:ph type="title"/>
          </p:nvPr>
        </p:nvSpPr>
        <p:spPr/>
        <p:txBody>
          <a:bodyPr/>
          <a:lstStyle/>
          <a:p>
            <a:r>
              <a:rPr lang="en-US" dirty="0"/>
              <a:t>Requirements declaration</a:t>
            </a:r>
          </a:p>
        </p:txBody>
      </p:sp>
      <p:sp>
        <p:nvSpPr>
          <p:cNvPr id="3" name="Text Placeholder 2">
            <a:extLst>
              <a:ext uri="{FF2B5EF4-FFF2-40B4-BE49-F238E27FC236}">
                <a16:creationId xmlns:a16="http://schemas.microsoft.com/office/drawing/2014/main" id="{B142D246-B5F4-F5A5-D716-3DD960CE82F9}"/>
              </a:ext>
            </a:extLst>
          </p:cNvPr>
          <p:cNvSpPr>
            <a:spLocks noGrp="1"/>
          </p:cNvSpPr>
          <p:nvPr>
            <p:ph type="body" sz="quarter" idx="10"/>
          </p:nvPr>
        </p:nvSpPr>
        <p:spPr/>
        <p:txBody>
          <a:bodyPr/>
          <a:lstStyle/>
          <a:p>
            <a:r>
              <a:rPr lang="en-US" b="1" dirty="0"/>
              <a:t>Issue:</a:t>
            </a:r>
            <a:r>
              <a:rPr lang="en-US" dirty="0"/>
              <a:t> free-text conformance statements are not computable; extracting them by hand is manual and error-prone</a:t>
            </a:r>
          </a:p>
          <a:p>
            <a:r>
              <a:rPr lang="en-US" dirty="0"/>
              <a:t>Mark text conformance statements (single or multi-line)</a:t>
            </a:r>
          </a:p>
          <a:p>
            <a:r>
              <a:rPr lang="en-US" dirty="0"/>
              <a:t>Attribute to actors and categories; flag conditional statements</a:t>
            </a:r>
          </a:p>
          <a:p>
            <a:r>
              <a:rPr lang="en-US" dirty="0"/>
              <a:t>Build a searchable/filterable cross-reference table</a:t>
            </a:r>
          </a:p>
          <a:p>
            <a:r>
              <a:rPr lang="en-US" dirty="0"/>
              <a:t>Extract to a formal Requirements resource</a:t>
            </a:r>
          </a:p>
        </p:txBody>
      </p:sp>
      <p:sp>
        <p:nvSpPr>
          <p:cNvPr id="4" name="Text Placeholder 3">
            <a:extLst>
              <a:ext uri="{FF2B5EF4-FFF2-40B4-BE49-F238E27FC236}">
                <a16:creationId xmlns:a16="http://schemas.microsoft.com/office/drawing/2014/main" id="{6ECA80F1-526A-F030-A913-E1BF9800767B}"/>
              </a:ext>
            </a:extLst>
          </p:cNvPr>
          <p:cNvSpPr>
            <a:spLocks noGrp="1"/>
          </p:cNvSpPr>
          <p:nvPr>
            <p:ph type="body" sz="quarter" idx="11"/>
          </p:nvPr>
        </p:nvSpPr>
        <p:spPr/>
        <p:txBody>
          <a:bodyPr/>
          <a:lstStyle/>
          <a:p>
            <a:r>
              <a:rPr lang="en-US" dirty="0">
                <a:hlinkClick r:id="rId3" tooltip="https://build.fhir.org/ig/HL7/davinci-crd/en/hooks.html#ci-c-hook-7"/>
              </a:rPr>
              <a:t>Statement examples</a:t>
            </a:r>
            <a:endParaRPr lang="en-US" dirty="0"/>
          </a:p>
          <a:p>
            <a:r>
              <a:rPr lang="en-US" dirty="0">
                <a:hlinkClick r:id="rId4" tooltip="https://build.fhir.org/ig/HL7/davinci-crd/en/conformancedetails.html#conformance-details"/>
              </a:rPr>
              <a:t>Summary table</a:t>
            </a:r>
            <a:endParaRPr lang="en-US" dirty="0"/>
          </a:p>
          <a:p>
            <a:r>
              <a:rPr lang="en-US" dirty="0">
                <a:hlinkClick r:id="rId5" tooltip="https://build.fhir.org/ig/HL7/davinci-crd/en/Requirements-fromNarrative.html#root"/>
              </a:rPr>
              <a:t>Generated resource</a:t>
            </a:r>
            <a:endParaRPr lang="en-US" dirty="0"/>
          </a:p>
          <a:p>
            <a:r>
              <a:rPr lang="en-US" dirty="0">
                <a:hlinkClick r:id="rId6" tooltip="https://github.com/HL7/davinci-crd/blob/master/input/pagecontent/hooks.md"/>
              </a:rPr>
              <a:t>Source example</a:t>
            </a:r>
            <a:endParaRPr lang="en-US" dirty="0"/>
          </a:p>
        </p:txBody>
      </p:sp>
    </p:spTree>
    <p:extLst>
      <p:ext uri="{BB962C8B-B14F-4D97-AF65-F5344CB8AC3E}">
        <p14:creationId xmlns:p14="http://schemas.microsoft.com/office/powerpoint/2010/main" val="1292261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C2345-3EC5-54C4-6F0D-4682BE011640}"/>
              </a:ext>
            </a:extLst>
          </p:cNvPr>
          <p:cNvSpPr>
            <a:spLocks noGrp="1"/>
          </p:cNvSpPr>
          <p:nvPr>
            <p:ph type="title"/>
          </p:nvPr>
        </p:nvSpPr>
        <p:spPr/>
        <p:txBody>
          <a:bodyPr/>
          <a:lstStyle/>
          <a:p>
            <a:r>
              <a:rPr lang="en-US" dirty="0"/>
              <a:t>Change tracking</a:t>
            </a:r>
          </a:p>
        </p:txBody>
      </p:sp>
      <p:sp>
        <p:nvSpPr>
          <p:cNvPr id="3" name="Text Placeholder 2">
            <a:extLst>
              <a:ext uri="{FF2B5EF4-FFF2-40B4-BE49-F238E27FC236}">
                <a16:creationId xmlns:a16="http://schemas.microsoft.com/office/drawing/2014/main" id="{210C15DF-6125-C4DB-2291-AC329D8EC812}"/>
              </a:ext>
            </a:extLst>
          </p:cNvPr>
          <p:cNvSpPr>
            <a:spLocks noGrp="1"/>
          </p:cNvSpPr>
          <p:nvPr>
            <p:ph type="body" sz="quarter" idx="10"/>
          </p:nvPr>
        </p:nvSpPr>
        <p:spPr/>
        <p:txBody>
          <a:bodyPr/>
          <a:lstStyle/>
          <a:p>
            <a:r>
              <a:rPr lang="en-US" b="1" dirty="0"/>
              <a:t>Issue:</a:t>
            </a:r>
            <a:r>
              <a:rPr lang="en-US" dirty="0"/>
              <a:t> readers want to see what changed; baked-in change styling annoys those who do not care</a:t>
            </a:r>
          </a:p>
          <a:p>
            <a:r>
              <a:rPr lang="en-US" dirty="0"/>
              <a:t>Tag changed content (div, p, table, tr, li, span)</a:t>
            </a:r>
          </a:p>
          <a:p>
            <a:r>
              <a:rPr lang="en-US" dirty="0"/>
              <a:t>Visibly show what is new or changed since a prior version</a:t>
            </a:r>
          </a:p>
          <a:p>
            <a:r>
              <a:rPr lang="en-US" dirty="0"/>
              <a:t>Let readers toggle change visibility on and off</a:t>
            </a:r>
          </a:p>
        </p:txBody>
      </p:sp>
      <p:sp>
        <p:nvSpPr>
          <p:cNvPr id="4" name="Text Placeholder 3">
            <a:extLst>
              <a:ext uri="{FF2B5EF4-FFF2-40B4-BE49-F238E27FC236}">
                <a16:creationId xmlns:a16="http://schemas.microsoft.com/office/drawing/2014/main" id="{5AD1053E-01CC-3D20-71A0-7A27B28AA800}"/>
              </a:ext>
            </a:extLst>
          </p:cNvPr>
          <p:cNvSpPr>
            <a:spLocks noGrp="1"/>
          </p:cNvSpPr>
          <p:nvPr>
            <p:ph type="body" sz="quarter" idx="11"/>
          </p:nvPr>
        </p:nvSpPr>
        <p:spPr/>
        <p:txBody>
          <a:bodyPr/>
          <a:lstStyle/>
          <a:p>
            <a:r>
              <a:rPr lang="en-US" dirty="0">
                <a:hlinkClick r:id="rId3" tooltip="https://build.fhir.org/ig/HL7/davinci-crd/en/hooks.html"/>
              </a:rPr>
              <a:t>Page with changes marked</a:t>
            </a:r>
            <a:endParaRPr lang="en-US" dirty="0"/>
          </a:p>
          <a:p>
            <a:r>
              <a:rPr lang="en-US" dirty="0">
                <a:hlinkClick r:id="rId4" tooltip="https://raw.githubusercontent.com/HL7/davinci-crd/refs/heads/master/input/pagecontent/hooks.md"/>
              </a:rPr>
              <a:t>Source code</a:t>
            </a:r>
            <a:endParaRPr lang="en-US" dirty="0"/>
          </a:p>
        </p:txBody>
      </p:sp>
    </p:spTree>
    <p:extLst>
      <p:ext uri="{BB962C8B-B14F-4D97-AF65-F5344CB8AC3E}">
        <p14:creationId xmlns:p14="http://schemas.microsoft.com/office/powerpoint/2010/main" val="11599904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D70C9-7137-AE5E-8235-5DBF109E74CE}"/>
              </a:ext>
            </a:extLst>
          </p:cNvPr>
          <p:cNvSpPr>
            <a:spLocks noGrp="1"/>
          </p:cNvSpPr>
          <p:nvPr>
            <p:ph type="title"/>
          </p:nvPr>
        </p:nvSpPr>
        <p:spPr/>
        <p:txBody>
          <a:bodyPr/>
          <a:lstStyle/>
          <a:p>
            <a:r>
              <a:rPr lang="en-US" dirty="0"/>
              <a:t>Template-based validation</a:t>
            </a:r>
          </a:p>
        </p:txBody>
      </p:sp>
      <p:sp>
        <p:nvSpPr>
          <p:cNvPr id="3" name="Text Placeholder 2">
            <a:extLst>
              <a:ext uri="{FF2B5EF4-FFF2-40B4-BE49-F238E27FC236}">
                <a16:creationId xmlns:a16="http://schemas.microsoft.com/office/drawing/2014/main" id="{B2A6D145-D1DA-AE5B-5797-117FB2AA23F2}"/>
              </a:ext>
            </a:extLst>
          </p:cNvPr>
          <p:cNvSpPr>
            <a:spLocks noGrp="1"/>
          </p:cNvSpPr>
          <p:nvPr>
            <p:ph type="body" sz="quarter" idx="10"/>
          </p:nvPr>
        </p:nvSpPr>
        <p:spPr/>
        <p:txBody>
          <a:bodyPr/>
          <a:lstStyle/>
          <a:p>
            <a:r>
              <a:rPr lang="en-US" b="1" dirty="0"/>
              <a:t>Issue:</a:t>
            </a:r>
            <a:r>
              <a:rPr lang="en-US" dirty="0"/>
              <a:t> the Publisher's built-in validation may not cover project-specific rules</a:t>
            </a:r>
          </a:p>
          <a:p>
            <a:r>
              <a:rPr lang="en-US" dirty="0"/>
              <a:t>Use custom templates to enforce additional rules on resources, menus, page content, etc.</a:t>
            </a:r>
          </a:p>
          <a:p>
            <a:r>
              <a:rPr lang="en-US" dirty="0"/>
              <a:t>Examples: </a:t>
            </a:r>
          </a:p>
          <a:p>
            <a:pPr lvl="1"/>
            <a:r>
              <a:rPr lang="en-US" dirty="0"/>
              <a:t>require CapabilityStatements</a:t>
            </a:r>
          </a:p>
          <a:p>
            <a:pPr lvl="1"/>
            <a:r>
              <a:rPr lang="en-US" dirty="0"/>
              <a:t>flag missing US Core dependency</a:t>
            </a:r>
          </a:p>
          <a:p>
            <a:pPr lvl="1"/>
            <a:r>
              <a:rPr lang="en-US" dirty="0"/>
              <a:t>require specific property settings (e.g. </a:t>
            </a:r>
            <a:r>
              <a:rPr lang="en-US" dirty="0" err="1"/>
              <a:t>shownav</a:t>
            </a:r>
            <a:r>
              <a:rPr lang="en-US" dirty="0"/>
              <a:t>)</a:t>
            </a:r>
          </a:p>
          <a:p>
            <a:pPr lvl="1"/>
            <a:r>
              <a:rPr lang="en-US" dirty="0"/>
              <a:t>require a Dependencies section</a:t>
            </a:r>
          </a:p>
          <a:p>
            <a:pPr lvl="1"/>
            <a:r>
              <a:rPr lang="en-US" dirty="0"/>
              <a:t>check the Change Log</a:t>
            </a:r>
          </a:p>
        </p:txBody>
      </p:sp>
      <p:sp>
        <p:nvSpPr>
          <p:cNvPr id="4" name="Text Placeholder 3">
            <a:extLst>
              <a:ext uri="{FF2B5EF4-FFF2-40B4-BE49-F238E27FC236}">
                <a16:creationId xmlns:a16="http://schemas.microsoft.com/office/drawing/2014/main" id="{4BA8E471-7BB5-C09F-7CF7-747BFADF70B7}"/>
              </a:ext>
            </a:extLst>
          </p:cNvPr>
          <p:cNvSpPr>
            <a:spLocks noGrp="1"/>
          </p:cNvSpPr>
          <p:nvPr>
            <p:ph type="body" sz="quarter" idx="11"/>
          </p:nvPr>
        </p:nvSpPr>
        <p:spPr/>
        <p:txBody>
          <a:bodyPr/>
          <a:lstStyle/>
          <a:p>
            <a:r>
              <a:rPr lang="en-US" dirty="0">
                <a:hlinkClick r:id="rId3" tooltip="https://github.com/HL7/ig-template-davinci/tree/master/scripts"/>
              </a:rPr>
              <a:t>Validation scripts</a:t>
            </a:r>
            <a:endParaRPr lang="en-US" dirty="0"/>
          </a:p>
          <a:p>
            <a:r>
              <a:rPr lang="en-US" dirty="0">
                <a:hlinkClick r:id="rId4" tooltip="https://github.com/HL7/ig-template-davinci/blob/master/scripts/onCheck.ig.davinci.checkHome.xslt"/>
              </a:rPr>
              <a:t>Sample script</a:t>
            </a:r>
            <a:endParaRPr lang="en-US" dirty="0"/>
          </a:p>
          <a:p>
            <a:r>
              <a:rPr lang="en-US" dirty="0">
                <a:hlinkClick r:id="rId5" tooltip="https://github.com/HL7/davinci-pct/blob/93ff8baab987925727c81b62a84bc4ac6c38efc2/input/ignoreWarnings.txt#L197"/>
              </a:rPr>
              <a:t>Validation results</a:t>
            </a:r>
            <a:endParaRPr lang="en-US" dirty="0"/>
          </a:p>
        </p:txBody>
      </p:sp>
    </p:spTree>
    <p:extLst>
      <p:ext uri="{BB962C8B-B14F-4D97-AF65-F5344CB8AC3E}">
        <p14:creationId xmlns:p14="http://schemas.microsoft.com/office/powerpoint/2010/main" val="32451481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FAD4B-AA20-ABB3-83BB-EE5FDC491910}"/>
              </a:ext>
            </a:extLst>
          </p:cNvPr>
          <p:cNvSpPr>
            <a:spLocks noGrp="1"/>
          </p:cNvSpPr>
          <p:nvPr>
            <p:ph type="title"/>
          </p:nvPr>
        </p:nvSpPr>
        <p:spPr/>
        <p:txBody>
          <a:bodyPr/>
          <a:lstStyle/>
          <a:p>
            <a:r>
              <a:rPr lang="en-US" dirty="0"/>
              <a:t>Logical model instance validation</a:t>
            </a:r>
          </a:p>
        </p:txBody>
      </p:sp>
      <p:sp>
        <p:nvSpPr>
          <p:cNvPr id="3" name="Text Placeholder 2">
            <a:extLst>
              <a:ext uri="{FF2B5EF4-FFF2-40B4-BE49-F238E27FC236}">
                <a16:creationId xmlns:a16="http://schemas.microsoft.com/office/drawing/2014/main" id="{3FA0D38F-6376-3A4D-C976-F1BDC8D761AB}"/>
              </a:ext>
            </a:extLst>
          </p:cNvPr>
          <p:cNvSpPr>
            <a:spLocks noGrp="1"/>
          </p:cNvSpPr>
          <p:nvPr>
            <p:ph type="body" sz="quarter" idx="10"/>
          </p:nvPr>
        </p:nvSpPr>
        <p:spPr/>
        <p:txBody>
          <a:bodyPr/>
          <a:lstStyle/>
          <a:p>
            <a:r>
              <a:rPr lang="en-US" b="1" dirty="0"/>
              <a:t>Issue:</a:t>
            </a:r>
            <a:r>
              <a:rPr lang="en-US" dirty="0"/>
              <a:t> logical models (CDA, V2, CDS Hooks, OpenEHR) historically could not have instances</a:t>
            </a:r>
          </a:p>
          <a:p>
            <a:r>
              <a:rPr lang="en-US" dirty="0"/>
              <a:t>Logical model StructureDefinitions can embed XML/JSON rendering instructions</a:t>
            </a:r>
          </a:p>
          <a:p>
            <a:r>
              <a:rPr lang="en-US" dirty="0"/>
              <a:t>You can profile logical models</a:t>
            </a:r>
          </a:p>
          <a:p>
            <a:r>
              <a:rPr lang="en-US" dirty="0"/>
              <a:t>Carry logical instances as Binary instances and point back to the model for validation</a:t>
            </a:r>
          </a:p>
        </p:txBody>
      </p:sp>
      <p:sp>
        <p:nvSpPr>
          <p:cNvPr id="4" name="Text Placeholder 3">
            <a:extLst>
              <a:ext uri="{FF2B5EF4-FFF2-40B4-BE49-F238E27FC236}">
                <a16:creationId xmlns:a16="http://schemas.microsoft.com/office/drawing/2014/main" id="{37EA97F6-0D56-8ED4-F8B8-1DAADE641FB8}"/>
              </a:ext>
            </a:extLst>
          </p:cNvPr>
          <p:cNvSpPr>
            <a:spLocks noGrp="1"/>
          </p:cNvSpPr>
          <p:nvPr>
            <p:ph type="body" sz="quarter" idx="11"/>
          </p:nvPr>
        </p:nvSpPr>
        <p:spPr/>
        <p:txBody>
          <a:bodyPr/>
          <a:lstStyle/>
          <a:p>
            <a:r>
              <a:rPr lang="en-US" dirty="0">
                <a:hlinkClick r:id="rId3" tooltip="https://github.com/FHIR/fhir-tools-ig/blob/a6d055dd50cad1a3e107c634d03d314a3a8ef6c3/input/resources/structuredefinition-CDSHooksRequest.json#L88"/>
              </a:rPr>
              <a:t>Example Logical Model</a:t>
            </a:r>
            <a:endParaRPr lang="en-US" dirty="0"/>
          </a:p>
          <a:p>
            <a:r>
              <a:rPr lang="en-US" dirty="0">
                <a:hlinkClick r:id="rId4" tooltip="https://github.com/HL7/davinci-crd/blob/138d34a517753f2e4aa286a7f17ceb53f4354310/input/resources/structuredefinition-CRDHooksRequest.xml#L66"/>
              </a:rPr>
              <a:t>Example profile</a:t>
            </a:r>
            <a:endParaRPr lang="en-US" dirty="0"/>
          </a:p>
          <a:p>
            <a:r>
              <a:rPr lang="en-US" dirty="0">
                <a:hlinkClick r:id="rId5" tooltip="https://github.com/HL7/davinci-crd/blob/master/input/resources/CRDServiceRequest.json"/>
              </a:rPr>
              <a:t>Example instance</a:t>
            </a:r>
            <a:endParaRPr lang="en-US" dirty="0"/>
          </a:p>
          <a:p>
            <a:r>
              <a:rPr lang="en-US" dirty="0">
                <a:hlinkClick r:id="rId6" tooltip="https://github.com/HL7/davinci-crd/blob/138d34a517753f2e4aa286a7f17ceb53f4354310/sushi-config.yaml#L211"/>
              </a:rPr>
              <a:t>Example declaration</a:t>
            </a:r>
            <a:endParaRPr lang="en-US" dirty="0"/>
          </a:p>
          <a:p>
            <a:r>
              <a:rPr lang="en-US" dirty="0">
                <a:hlinkClick r:id="rId7" tooltip="https://build.fhir.org/ig/HL7/davinci-crd/en/Binary-CRDServiceRequest.html"/>
              </a:rPr>
              <a:t>Instance rendering</a:t>
            </a:r>
            <a:endParaRPr lang="en-US" dirty="0"/>
          </a:p>
          <a:p>
            <a:r>
              <a:rPr lang="en-US" dirty="0">
                <a:hlinkClick r:id="rId8" tooltip="https://build.fhir.org/ig/HL7/davinci-crd/en/StructureDefinition-CRDHooksRequest.html"/>
              </a:rPr>
              <a:t>Profile rendering</a:t>
            </a:r>
            <a:endParaRPr lang="en-US" dirty="0"/>
          </a:p>
          <a:p>
            <a:r>
              <a:rPr lang="en-US" dirty="0">
                <a:hlinkClick r:id="rId9" tooltip="https://build.fhir.org/ig/HL7/davinci-crd/qa.html#_scratch_repo_input_resources_structuredefinition-CRDHooksRequest"/>
              </a:rPr>
              <a:t>Example validation</a:t>
            </a:r>
            <a:endParaRPr lang="en-US" dirty="0"/>
          </a:p>
        </p:txBody>
      </p:sp>
    </p:spTree>
    <p:extLst>
      <p:ext uri="{BB962C8B-B14F-4D97-AF65-F5344CB8AC3E}">
        <p14:creationId xmlns:p14="http://schemas.microsoft.com/office/powerpoint/2010/main" val="4113227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B5DB2-55DA-CA36-4260-F981D4387312}"/>
              </a:ext>
            </a:extLst>
          </p:cNvPr>
          <p:cNvSpPr>
            <a:spLocks noGrp="1"/>
          </p:cNvSpPr>
          <p:nvPr>
            <p:ph type="title"/>
          </p:nvPr>
        </p:nvSpPr>
        <p:spPr/>
        <p:txBody>
          <a:bodyPr/>
          <a:lstStyle/>
          <a:p>
            <a:r>
              <a:rPr lang="en-US" dirty="0"/>
              <a:t>Instance fragments</a:t>
            </a:r>
          </a:p>
        </p:txBody>
      </p:sp>
      <p:sp>
        <p:nvSpPr>
          <p:cNvPr id="3" name="Text Placeholder 2">
            <a:extLst>
              <a:ext uri="{FF2B5EF4-FFF2-40B4-BE49-F238E27FC236}">
                <a16:creationId xmlns:a16="http://schemas.microsoft.com/office/drawing/2014/main" id="{418E6C04-85C9-05F2-CD8D-0422BB227821}"/>
              </a:ext>
            </a:extLst>
          </p:cNvPr>
          <p:cNvSpPr>
            <a:spLocks noGrp="1"/>
          </p:cNvSpPr>
          <p:nvPr>
            <p:ph type="body" sz="quarter" idx="10"/>
          </p:nvPr>
        </p:nvSpPr>
        <p:spPr/>
        <p:txBody>
          <a:bodyPr/>
          <a:lstStyle/>
          <a:p>
            <a:r>
              <a:rPr lang="en-US" b="1" dirty="0"/>
              <a:t>Issue: </a:t>
            </a:r>
            <a:r>
              <a:rPr lang="en-US" dirty="0"/>
              <a:t>hand-embedding example fragments is ugly, error-prone, and never auto-validated</a:t>
            </a:r>
          </a:p>
          <a:p>
            <a:r>
              <a:rPr lang="en-US" dirty="0"/>
              <a:t>Keep the fragment inside a real, validated example</a:t>
            </a:r>
          </a:p>
          <a:p>
            <a:r>
              <a:rPr lang="en-US" dirty="0"/>
              <a:t>Add a fragment-reference instruction in your page</a:t>
            </a:r>
          </a:p>
          <a:p>
            <a:pPr lvl="1"/>
            <a:r>
              <a:rPr lang="en-US" dirty="0"/>
              <a:t>path to root, what to elide</a:t>
            </a:r>
          </a:p>
          <a:p>
            <a:r>
              <a:rPr lang="en-US" dirty="0"/>
              <a:t>Works for JSON or XML</a:t>
            </a:r>
          </a:p>
        </p:txBody>
      </p:sp>
      <p:sp>
        <p:nvSpPr>
          <p:cNvPr id="4" name="Text Placeholder 3">
            <a:extLst>
              <a:ext uri="{FF2B5EF4-FFF2-40B4-BE49-F238E27FC236}">
                <a16:creationId xmlns:a16="http://schemas.microsoft.com/office/drawing/2014/main" id="{CC0C4565-4AA2-55D3-A137-C9E7E1CE2F34}"/>
              </a:ext>
            </a:extLst>
          </p:cNvPr>
          <p:cNvSpPr>
            <a:spLocks noGrp="1"/>
          </p:cNvSpPr>
          <p:nvPr>
            <p:ph type="body" sz="quarter" idx="11"/>
          </p:nvPr>
        </p:nvSpPr>
        <p:spPr/>
        <p:txBody>
          <a:bodyPr/>
          <a:lstStyle/>
          <a:p>
            <a:r>
              <a:rPr lang="en-US" dirty="0">
                <a:hlinkClick r:id="rId3" tooltip="https://build.fhir.org/ig/HL7/davinci-crd/en/cards.html"/>
              </a:rPr>
              <a:t>Embedded fragment</a:t>
            </a:r>
            <a:endParaRPr lang="en-US" dirty="0"/>
          </a:p>
          <a:p>
            <a:r>
              <a:rPr lang="en-US" dirty="0">
                <a:hlinkClick r:id="rId4" tooltip="https://build.fhir.org/ig/HL7/davinci-crd/en/Binary-CRDServiceResponse2.html#root"/>
              </a:rPr>
              <a:t>Full instance</a:t>
            </a:r>
            <a:endParaRPr lang="en-US" dirty="0"/>
          </a:p>
          <a:p>
            <a:r>
              <a:rPr lang="en-US" dirty="0">
                <a:hlinkClick r:id="rId5" tooltip="https://raw.githubusercontent.com/HL7/davinci-crd/refs/heads/master/input/pagecontent/cards.md"/>
              </a:rPr>
              <a:t>Fragment declaration</a:t>
            </a:r>
            <a:endParaRPr lang="en-US" dirty="0"/>
          </a:p>
        </p:txBody>
      </p:sp>
    </p:spTree>
    <p:extLst>
      <p:ext uri="{BB962C8B-B14F-4D97-AF65-F5344CB8AC3E}">
        <p14:creationId xmlns:p14="http://schemas.microsoft.com/office/powerpoint/2010/main" val="156977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F65C1-6B0B-4A2F-FD57-6FC3A5CB6341}"/>
              </a:ext>
            </a:extLst>
          </p:cNvPr>
          <p:cNvSpPr>
            <a:spLocks noGrp="1"/>
          </p:cNvSpPr>
          <p:nvPr>
            <p:ph type="title"/>
          </p:nvPr>
        </p:nvSpPr>
        <p:spPr/>
        <p:txBody>
          <a:bodyPr/>
          <a:lstStyle/>
          <a:p>
            <a:r>
              <a:rPr lang="en-US" dirty="0"/>
              <a:t>Working with Binaries</a:t>
            </a:r>
          </a:p>
        </p:txBody>
      </p:sp>
      <p:sp>
        <p:nvSpPr>
          <p:cNvPr id="3" name="Text Placeholder 2">
            <a:extLst>
              <a:ext uri="{FF2B5EF4-FFF2-40B4-BE49-F238E27FC236}">
                <a16:creationId xmlns:a16="http://schemas.microsoft.com/office/drawing/2014/main" id="{CB07F455-B212-4A7E-258D-CFB1486EF34C}"/>
              </a:ext>
            </a:extLst>
          </p:cNvPr>
          <p:cNvSpPr>
            <a:spLocks noGrp="1"/>
          </p:cNvSpPr>
          <p:nvPr>
            <p:ph type="body" sz="quarter" idx="10"/>
          </p:nvPr>
        </p:nvSpPr>
        <p:spPr/>
        <p:txBody>
          <a:bodyPr/>
          <a:lstStyle/>
          <a:p>
            <a:r>
              <a:rPr lang="en-US" b="1" dirty="0"/>
              <a:t>Issue:</a:t>
            </a:r>
            <a:r>
              <a:rPr lang="en-US" dirty="0"/>
              <a:t> maintaining hand-encoded base64 binary content is awkward</a:t>
            </a:r>
          </a:p>
          <a:p>
            <a:r>
              <a:rPr lang="en-US" dirty="0"/>
              <a:t>Include the original file as an input</a:t>
            </a:r>
          </a:p>
          <a:p>
            <a:r>
              <a:rPr lang="en-US" dirty="0"/>
              <a:t>Point at it with special syntax in the containing resource</a:t>
            </a:r>
          </a:p>
          <a:p>
            <a:r>
              <a:rPr lang="en-US" dirty="0"/>
              <a:t>The Publisher auto-base64-encodes and embeds it on every build</a:t>
            </a:r>
          </a:p>
        </p:txBody>
      </p:sp>
      <p:sp>
        <p:nvSpPr>
          <p:cNvPr id="4" name="Text Placeholder 3">
            <a:extLst>
              <a:ext uri="{FF2B5EF4-FFF2-40B4-BE49-F238E27FC236}">
                <a16:creationId xmlns:a16="http://schemas.microsoft.com/office/drawing/2014/main" id="{84E1D52F-DD9B-1C55-3481-61EAC9D5059E}"/>
              </a:ext>
            </a:extLst>
          </p:cNvPr>
          <p:cNvSpPr>
            <a:spLocks noGrp="1"/>
          </p:cNvSpPr>
          <p:nvPr>
            <p:ph type="body" sz="quarter" idx="11"/>
          </p:nvPr>
        </p:nvSpPr>
        <p:spPr/>
        <p:txBody>
          <a:bodyPr/>
          <a:lstStyle/>
          <a:p>
            <a:r>
              <a:rPr lang="en-US" dirty="0">
                <a:hlinkClick r:id="rId3" tooltip="https://github.com/HL7/davinci-crd/blob/master/input/resources/CRDServiceRequest.json"/>
              </a:rPr>
              <a:t>Original file</a:t>
            </a:r>
            <a:endParaRPr lang="en-US" dirty="0"/>
          </a:p>
          <a:p>
            <a:r>
              <a:rPr lang="en-US" dirty="0">
                <a:hlinkClick r:id="rId4" tooltip="https://github.com/HL7/davinci-crd/blob/master/input/hooks-files/Binary-CRDServiceRequest.json"/>
              </a:rPr>
              <a:t>Binary Reference</a:t>
            </a:r>
            <a:endParaRPr lang="en-US" dirty="0"/>
          </a:p>
          <a:p>
            <a:r>
              <a:rPr lang="en-US" dirty="0">
                <a:hlinkClick r:id="rId5" tooltip="https://build.fhir.org/ig/HL7/davinci-crd/en/Binary-CRDServiceRequest.json.html"/>
              </a:rPr>
              <a:t>Published file</a:t>
            </a:r>
            <a:endParaRPr lang="en-US" dirty="0"/>
          </a:p>
        </p:txBody>
      </p:sp>
    </p:spTree>
    <p:extLst>
      <p:ext uri="{BB962C8B-B14F-4D97-AF65-F5344CB8AC3E}">
        <p14:creationId xmlns:p14="http://schemas.microsoft.com/office/powerpoint/2010/main" val="3425955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A0E85-84DF-9692-EF43-53DF2204591E}"/>
              </a:ext>
            </a:extLst>
          </p:cNvPr>
          <p:cNvSpPr>
            <a:spLocks noGrp="1"/>
          </p:cNvSpPr>
          <p:nvPr>
            <p:ph type="title"/>
          </p:nvPr>
        </p:nvSpPr>
        <p:spPr/>
        <p:txBody>
          <a:bodyPr/>
          <a:lstStyle/>
          <a:p>
            <a:r>
              <a:rPr lang="en-US" dirty="0"/>
              <a:t>Narrative control with Liquid</a:t>
            </a:r>
          </a:p>
        </p:txBody>
      </p:sp>
      <p:sp>
        <p:nvSpPr>
          <p:cNvPr id="3" name="Text Placeholder 2">
            <a:extLst>
              <a:ext uri="{FF2B5EF4-FFF2-40B4-BE49-F238E27FC236}">
                <a16:creationId xmlns:a16="http://schemas.microsoft.com/office/drawing/2014/main" id="{AAFEFAFC-D7DC-D02A-EA96-77D7E7257BF5}"/>
              </a:ext>
            </a:extLst>
          </p:cNvPr>
          <p:cNvSpPr>
            <a:spLocks noGrp="1"/>
          </p:cNvSpPr>
          <p:nvPr>
            <p:ph type="body" sz="quarter" idx="10"/>
          </p:nvPr>
        </p:nvSpPr>
        <p:spPr/>
        <p:txBody>
          <a:bodyPr/>
          <a:lstStyle/>
          <a:p>
            <a:r>
              <a:rPr lang="en-US" b="1" dirty="0"/>
              <a:t>Issue:</a:t>
            </a:r>
            <a:r>
              <a:rPr lang="en-US" dirty="0"/>
              <a:t> the Publisher's default rendering is not always what you want</a:t>
            </a:r>
          </a:p>
          <a:p>
            <a:r>
              <a:rPr lang="en-US" dirty="0"/>
              <a:t>Define template- or IG-specific FHIRPath Liquid templates for resources</a:t>
            </a:r>
          </a:p>
          <a:p>
            <a:r>
              <a:rPr lang="en-US" dirty="0"/>
              <a:t>Control formatting, included extensions, and ordering</a:t>
            </a:r>
          </a:p>
          <a:p>
            <a:r>
              <a:rPr lang="en-US" dirty="0"/>
              <a:t>On publication, your template replaces the Publisher default</a:t>
            </a:r>
          </a:p>
        </p:txBody>
      </p:sp>
      <p:sp>
        <p:nvSpPr>
          <p:cNvPr id="4" name="Text Placeholder 3">
            <a:extLst>
              <a:ext uri="{FF2B5EF4-FFF2-40B4-BE49-F238E27FC236}">
                <a16:creationId xmlns:a16="http://schemas.microsoft.com/office/drawing/2014/main" id="{C20626F9-4540-4BC2-FFE9-7A16F0E9552B}"/>
              </a:ext>
            </a:extLst>
          </p:cNvPr>
          <p:cNvSpPr>
            <a:spLocks noGrp="1"/>
          </p:cNvSpPr>
          <p:nvPr>
            <p:ph type="body" sz="quarter" idx="11"/>
          </p:nvPr>
        </p:nvSpPr>
        <p:spPr/>
        <p:txBody>
          <a:bodyPr/>
          <a:lstStyle/>
          <a:p>
            <a:r>
              <a:rPr lang="en-US" dirty="0">
                <a:hlinkClick r:id="rId3" tooltip="https://build.fhir.org/ig/HL7/cqf-measures/Measure-measure-pi-exm.html"/>
              </a:rPr>
              <a:t>Example rendering</a:t>
            </a:r>
            <a:endParaRPr lang="en-US" dirty="0"/>
          </a:p>
          <a:p>
            <a:r>
              <a:rPr lang="en-US" dirty="0">
                <a:hlinkClick r:id="rId4" tooltip="https://github.com/HL7/cqf-measures/blob/master/templates/liquid/Measure.liquid"/>
              </a:rPr>
              <a:t>Liquid template</a:t>
            </a:r>
            <a:endParaRPr lang="en-US" dirty="0"/>
          </a:p>
          <a:p>
            <a:r>
              <a:rPr lang="en-US" dirty="0">
                <a:hlinkClick r:id="rId5" tooltip="https://github.com/HL7/cqf-measures/blob/9330b08b4df7e9ddf38c0ce814970f794442f10d/input/cqfmeasures.xml#L879"/>
              </a:rPr>
              <a:t>Template pointer</a:t>
            </a:r>
            <a:endParaRPr lang="en-US" dirty="0"/>
          </a:p>
        </p:txBody>
      </p:sp>
    </p:spTree>
    <p:extLst>
      <p:ext uri="{BB962C8B-B14F-4D97-AF65-F5344CB8AC3E}">
        <p14:creationId xmlns:p14="http://schemas.microsoft.com/office/powerpoint/2010/main" val="573380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A28C8-E79C-801E-6042-BB58D7BB32B1}"/>
              </a:ext>
            </a:extLst>
          </p:cNvPr>
          <p:cNvSpPr>
            <a:spLocks noGrp="1"/>
          </p:cNvSpPr>
          <p:nvPr>
            <p:ph type="title"/>
          </p:nvPr>
        </p:nvSpPr>
        <p:spPr/>
        <p:txBody>
          <a:bodyPr/>
          <a:lstStyle/>
          <a:p>
            <a:r>
              <a:rPr lang="en-US" dirty="0"/>
              <a:t>OpenEHR rendering</a:t>
            </a:r>
          </a:p>
        </p:txBody>
      </p:sp>
      <p:sp>
        <p:nvSpPr>
          <p:cNvPr id="3" name="Text Placeholder 2">
            <a:extLst>
              <a:ext uri="{FF2B5EF4-FFF2-40B4-BE49-F238E27FC236}">
                <a16:creationId xmlns:a16="http://schemas.microsoft.com/office/drawing/2014/main" id="{4501BE56-D061-48C0-B62F-A70390718A70}"/>
              </a:ext>
            </a:extLst>
          </p:cNvPr>
          <p:cNvSpPr>
            <a:spLocks noGrp="1"/>
          </p:cNvSpPr>
          <p:nvPr>
            <p:ph type="body" sz="quarter" idx="10"/>
          </p:nvPr>
        </p:nvSpPr>
        <p:spPr/>
        <p:txBody>
          <a:bodyPr/>
          <a:lstStyle/>
          <a:p>
            <a:r>
              <a:rPr lang="en-US" b="1" dirty="0"/>
              <a:t>Context:</a:t>
            </a:r>
            <a:r>
              <a:rPr lang="en-US" dirty="0"/>
              <a:t> HL7 is tightening ties with OpenEHR, who may move publication to the IG Publisher</a:t>
            </a:r>
          </a:p>
          <a:p>
            <a:pPr lvl="1"/>
            <a:r>
              <a:rPr lang="en-US" dirty="0"/>
              <a:t>Archetype rendering is an OpenEHR strength</a:t>
            </a:r>
          </a:p>
          <a:p>
            <a:r>
              <a:rPr lang="en-US" dirty="0"/>
              <a:t>The Publisher can now produce OpenEHR-style and ADL-style renderings of logical models</a:t>
            </a:r>
          </a:p>
        </p:txBody>
      </p:sp>
      <p:sp>
        <p:nvSpPr>
          <p:cNvPr id="4" name="Text Placeholder 3">
            <a:extLst>
              <a:ext uri="{FF2B5EF4-FFF2-40B4-BE49-F238E27FC236}">
                <a16:creationId xmlns:a16="http://schemas.microsoft.com/office/drawing/2014/main" id="{7F87688A-9311-E447-BD74-228A8433DEA4}"/>
              </a:ext>
            </a:extLst>
          </p:cNvPr>
          <p:cNvSpPr>
            <a:spLocks noGrp="1"/>
          </p:cNvSpPr>
          <p:nvPr>
            <p:ph type="body" sz="quarter" idx="11"/>
          </p:nvPr>
        </p:nvSpPr>
        <p:spPr/>
        <p:txBody>
          <a:bodyPr/>
          <a:lstStyle/>
          <a:p>
            <a:r>
              <a:rPr lang="en-US" dirty="0">
                <a:hlinkClick r:id="rId3" tooltip="https://build.fhir.org/ig/HL7/fhir-symptoms-ig/en/StructureDefinition-openEHR-EHR-CLUSTER.symptom-sign.v2.html"/>
              </a:rPr>
              <a:t>OpenEHR &amp; ADL Views</a:t>
            </a:r>
            <a:endParaRPr lang="en-US" dirty="0"/>
          </a:p>
          <a:p>
            <a:r>
              <a:rPr lang="en-US" dirty="0">
                <a:hlinkClick r:id="rId4" tooltip="https://github.com/HL7/fhir-symptoms-ig/blob/130c6db86fb95b3aad440d24302d4067ecbda34b/sushi-config.yaml#L44"/>
              </a:rPr>
              <a:t>Parameter declaration</a:t>
            </a:r>
            <a:endParaRPr lang="en-US" dirty="0"/>
          </a:p>
        </p:txBody>
      </p:sp>
    </p:spTree>
    <p:extLst>
      <p:ext uri="{BB962C8B-B14F-4D97-AF65-F5344CB8AC3E}">
        <p14:creationId xmlns:p14="http://schemas.microsoft.com/office/powerpoint/2010/main" val="3458814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2DD70-5FC7-6FBF-981A-262B272FAB87}"/>
              </a:ext>
            </a:extLst>
          </p:cNvPr>
          <p:cNvSpPr>
            <a:spLocks noGrp="1"/>
          </p:cNvSpPr>
          <p:nvPr>
            <p:ph type="title"/>
          </p:nvPr>
        </p:nvSpPr>
        <p:spPr/>
        <p:txBody>
          <a:bodyPr/>
          <a:lstStyle/>
          <a:p>
            <a:r>
              <a:rPr lang="en-US" dirty="0"/>
              <a:t>Mermaid and PlantUML</a:t>
            </a:r>
          </a:p>
        </p:txBody>
      </p:sp>
      <p:sp>
        <p:nvSpPr>
          <p:cNvPr id="3" name="Text Placeholder 2">
            <a:extLst>
              <a:ext uri="{FF2B5EF4-FFF2-40B4-BE49-F238E27FC236}">
                <a16:creationId xmlns:a16="http://schemas.microsoft.com/office/drawing/2014/main" id="{E3E280B0-39DB-9121-E975-239A03FE8921}"/>
              </a:ext>
            </a:extLst>
          </p:cNvPr>
          <p:cNvSpPr>
            <a:spLocks noGrp="1"/>
          </p:cNvSpPr>
          <p:nvPr>
            <p:ph type="body" sz="quarter" idx="10"/>
          </p:nvPr>
        </p:nvSpPr>
        <p:spPr/>
        <p:txBody>
          <a:bodyPr/>
          <a:lstStyle/>
          <a:p>
            <a:r>
              <a:rPr lang="en-US" b="1" dirty="0"/>
              <a:t>Issue: </a:t>
            </a:r>
            <a:r>
              <a:rPr lang="en-US" dirty="0"/>
              <a:t>hand-exported diagram images go stale and are not searchable</a:t>
            </a:r>
          </a:p>
          <a:p>
            <a:r>
              <a:rPr lang="en-US" dirty="0"/>
              <a:t>Embed Mermaid directly in a page; the Publisher auto-renders it</a:t>
            </a:r>
          </a:p>
          <a:p>
            <a:r>
              <a:rPr lang="en-US" dirty="0"/>
              <a:t>Drop .plantuml files in images-source</a:t>
            </a:r>
          </a:p>
          <a:p>
            <a:pPr lvl="1"/>
            <a:r>
              <a:rPr lang="en-US" dirty="0"/>
              <a:t>the Publisher auto-generates the SVG into the output</a:t>
            </a:r>
          </a:p>
          <a:p>
            <a:r>
              <a:rPr lang="en-US" dirty="0"/>
              <a:t>Diagrams become diffable and searchable</a:t>
            </a:r>
          </a:p>
        </p:txBody>
      </p:sp>
      <p:sp>
        <p:nvSpPr>
          <p:cNvPr id="4" name="Text Placeholder 3">
            <a:extLst>
              <a:ext uri="{FF2B5EF4-FFF2-40B4-BE49-F238E27FC236}">
                <a16:creationId xmlns:a16="http://schemas.microsoft.com/office/drawing/2014/main" id="{94800353-B789-9D4F-7E18-E3FE0522904E}"/>
              </a:ext>
            </a:extLst>
          </p:cNvPr>
          <p:cNvSpPr>
            <a:spLocks noGrp="1"/>
          </p:cNvSpPr>
          <p:nvPr>
            <p:ph type="body" sz="quarter" idx="11"/>
          </p:nvPr>
        </p:nvSpPr>
        <p:spPr/>
        <p:txBody>
          <a:bodyPr/>
          <a:lstStyle/>
          <a:p>
            <a:r>
              <a:rPr lang="en-US" dirty="0">
                <a:hlinkClick r:id="rId3" tooltip="https://build.fhir.org/ig/FHIR/ig-guidance/diagrams-mermaid.html#including-mermaid-diagrams-in-your-documentation"/>
              </a:rPr>
              <a:t>Mermaid</a:t>
            </a:r>
            <a:endParaRPr lang="en-US" dirty="0"/>
          </a:p>
          <a:p>
            <a:r>
              <a:rPr lang="en-US" dirty="0">
                <a:hlinkClick r:id="rId4" tooltip="https://build.fhir.org/ig/FHIR/ig-guidance/diagrams-plantuml.html#creating-the-diagram-source"/>
              </a:rPr>
              <a:t>PlantUML Example</a:t>
            </a:r>
            <a:endParaRPr lang="en-US" dirty="0"/>
          </a:p>
          <a:p>
            <a:r>
              <a:rPr lang="en-US" dirty="0">
                <a:hlinkClick r:id="rId5" tooltip="https://github.com/FHIR/ig-guidance/blob/master/input/images-source/sequence.plantuml"/>
              </a:rPr>
              <a:t>PlantUML Source</a:t>
            </a:r>
            <a:endParaRPr lang="en-US" dirty="0"/>
          </a:p>
        </p:txBody>
      </p:sp>
    </p:spTree>
    <p:extLst>
      <p:ext uri="{BB962C8B-B14F-4D97-AF65-F5344CB8AC3E}">
        <p14:creationId xmlns:p14="http://schemas.microsoft.com/office/powerpoint/2010/main" val="13658122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348C4-ABE0-9A21-55B8-6BDDEB5760CA}"/>
              </a:ext>
            </a:extLst>
          </p:cNvPr>
          <p:cNvSpPr>
            <a:spLocks noGrp="1"/>
          </p:cNvSpPr>
          <p:nvPr>
            <p:ph type="title"/>
          </p:nvPr>
        </p:nvSpPr>
        <p:spPr/>
        <p:txBody>
          <a:bodyPr/>
          <a:lstStyle/>
          <a:p>
            <a:r>
              <a:rPr lang="en-US" dirty="0"/>
              <a:t>UML class diagrams for profiles</a:t>
            </a:r>
          </a:p>
        </p:txBody>
      </p:sp>
      <p:sp>
        <p:nvSpPr>
          <p:cNvPr id="3" name="Text Placeholder 2">
            <a:extLst>
              <a:ext uri="{FF2B5EF4-FFF2-40B4-BE49-F238E27FC236}">
                <a16:creationId xmlns:a16="http://schemas.microsoft.com/office/drawing/2014/main" id="{3C59C11B-F574-03AC-FFC8-1CF6E9722AF1}"/>
              </a:ext>
            </a:extLst>
          </p:cNvPr>
          <p:cNvSpPr>
            <a:spLocks noGrp="1"/>
          </p:cNvSpPr>
          <p:nvPr>
            <p:ph type="body" sz="quarter" idx="10"/>
          </p:nvPr>
        </p:nvSpPr>
        <p:spPr/>
        <p:txBody>
          <a:bodyPr/>
          <a:lstStyle/>
          <a:p>
            <a:r>
              <a:rPr lang="en-US" b="1" dirty="0"/>
              <a:t>Issue: </a:t>
            </a:r>
            <a:r>
              <a:rPr lang="en-US" dirty="0"/>
              <a:t>historically, no way to get UML for profiles</a:t>
            </a:r>
          </a:p>
          <a:p>
            <a:r>
              <a:rPr lang="en-US" dirty="0"/>
              <a:t>Set a parameter to request profile UML</a:t>
            </a:r>
          </a:p>
          <a:p>
            <a:r>
              <a:rPr lang="en-US" dirty="0"/>
              <a:t>The Publisher generates the SVG from profile content</a:t>
            </a:r>
          </a:p>
          <a:p>
            <a:r>
              <a:rPr lang="en-US" dirty="0"/>
              <a:t>Layout is not smart</a:t>
            </a:r>
          </a:p>
          <a:p>
            <a:pPr lvl="1"/>
            <a:r>
              <a:rPr lang="en-US" dirty="0"/>
              <a:t>tweak in InkScape, and your tweaks survive regeneration</a:t>
            </a:r>
          </a:p>
        </p:txBody>
      </p:sp>
      <p:sp>
        <p:nvSpPr>
          <p:cNvPr id="4" name="Text Placeholder 3">
            <a:extLst>
              <a:ext uri="{FF2B5EF4-FFF2-40B4-BE49-F238E27FC236}">
                <a16:creationId xmlns:a16="http://schemas.microsoft.com/office/drawing/2014/main" id="{B2B075D3-E349-6743-6686-AD09299CE7C6}"/>
              </a:ext>
            </a:extLst>
          </p:cNvPr>
          <p:cNvSpPr>
            <a:spLocks noGrp="1"/>
          </p:cNvSpPr>
          <p:nvPr>
            <p:ph type="body" sz="quarter" idx="11"/>
          </p:nvPr>
        </p:nvSpPr>
        <p:spPr/>
        <p:txBody>
          <a:bodyPr/>
          <a:lstStyle/>
          <a:p>
            <a:r>
              <a:rPr lang="en-US" dirty="0">
                <a:hlinkClick r:id="rId3" tooltip="https://build.fhir.org/ig/FHIR/sample-ig/en/StructureDefinition-mypatient.html"/>
              </a:rPr>
              <a:t>Example diagram</a:t>
            </a:r>
            <a:endParaRPr lang="en-US" dirty="0"/>
          </a:p>
          <a:p>
            <a:r>
              <a:rPr lang="en-US" dirty="0">
                <a:hlinkClick r:id="rId4" tooltip="https://github.com/FHIR/sample-ig/blob/dc58821705d4436af7ff722b6c8e53a7e5221a51/input/myig.xml#L240"/>
              </a:rPr>
              <a:t>Enabling parameter</a:t>
            </a:r>
            <a:endParaRPr lang="en-US" dirty="0"/>
          </a:p>
          <a:p>
            <a:r>
              <a:rPr lang="en-US" dirty="0">
                <a:hlinkClick r:id="rId5" tooltip="https://github.com/FHIR/sample-ig/blob/master/input/diagrams"/>
              </a:rPr>
              <a:t>Tweaked diagrams</a:t>
            </a:r>
            <a:endParaRPr lang="en-US" dirty="0"/>
          </a:p>
        </p:txBody>
      </p:sp>
    </p:spTree>
    <p:extLst>
      <p:ext uri="{BB962C8B-B14F-4D97-AF65-F5344CB8AC3E}">
        <p14:creationId xmlns:p14="http://schemas.microsoft.com/office/powerpoint/2010/main" val="8133552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A5ED8-5FD8-72D7-D11D-9873756841B7}"/>
              </a:ext>
            </a:extLst>
          </p:cNvPr>
          <p:cNvSpPr>
            <a:spLocks noGrp="1"/>
          </p:cNvSpPr>
          <p:nvPr>
            <p:ph type="title"/>
          </p:nvPr>
        </p:nvSpPr>
        <p:spPr/>
        <p:txBody>
          <a:bodyPr/>
          <a:lstStyle/>
          <a:p>
            <a:r>
              <a:rPr lang="en-US" dirty="0"/>
              <a:t>Embedded SQL-on-FHIR</a:t>
            </a:r>
          </a:p>
        </p:txBody>
      </p:sp>
      <p:sp>
        <p:nvSpPr>
          <p:cNvPr id="3" name="Text Placeholder 2">
            <a:extLst>
              <a:ext uri="{FF2B5EF4-FFF2-40B4-BE49-F238E27FC236}">
                <a16:creationId xmlns:a16="http://schemas.microsoft.com/office/drawing/2014/main" id="{FE2A030E-B7D8-A40D-3F6D-8DEAE51A6A1C}"/>
              </a:ext>
            </a:extLst>
          </p:cNvPr>
          <p:cNvSpPr>
            <a:spLocks noGrp="1"/>
          </p:cNvSpPr>
          <p:nvPr>
            <p:ph type="body" sz="quarter" idx="10"/>
          </p:nvPr>
        </p:nvSpPr>
        <p:spPr/>
        <p:txBody>
          <a:bodyPr/>
          <a:lstStyle/>
          <a:p>
            <a:r>
              <a:rPr lang="en-US" b="1" dirty="0"/>
              <a:t>Issue:</a:t>
            </a:r>
            <a:r>
              <a:rPr lang="en-US" dirty="0"/>
              <a:t> hand-calculated summaries of artifacts are error-prone and go stale</a:t>
            </a:r>
          </a:p>
          <a:p>
            <a:r>
              <a:rPr lang="en-US" dirty="0"/>
              <a:t>Embed SQL queries against the standard artifact tables the Publisher generates</a:t>
            </a:r>
          </a:p>
          <a:p>
            <a:r>
              <a:rPr lang="en-US" dirty="0"/>
              <a:t>Define new tables on the fly using SQL-on-FHIR views</a:t>
            </a:r>
          </a:p>
          <a:p>
            <a:r>
              <a:rPr lang="en-US" dirty="0"/>
              <a:t>Counts, categorized examples, and cross-references regenerate every build</a:t>
            </a:r>
          </a:p>
        </p:txBody>
      </p:sp>
      <p:sp>
        <p:nvSpPr>
          <p:cNvPr id="4" name="Text Placeholder 3">
            <a:extLst>
              <a:ext uri="{FF2B5EF4-FFF2-40B4-BE49-F238E27FC236}">
                <a16:creationId xmlns:a16="http://schemas.microsoft.com/office/drawing/2014/main" id="{045553E5-5424-1564-1209-60D7BC68C510}"/>
              </a:ext>
            </a:extLst>
          </p:cNvPr>
          <p:cNvSpPr>
            <a:spLocks noGrp="1"/>
          </p:cNvSpPr>
          <p:nvPr>
            <p:ph type="body" sz="quarter" idx="11"/>
          </p:nvPr>
        </p:nvSpPr>
        <p:spPr/>
        <p:txBody>
          <a:bodyPr/>
          <a:lstStyle/>
          <a:p>
            <a:r>
              <a:rPr lang="en-US" dirty="0">
                <a:hlinkClick r:id="rId3" tooltip="https://build.fhir.org/ig/FHIR/ig-guidance/sql.html"/>
              </a:rPr>
              <a:t>Example</a:t>
            </a:r>
            <a:endParaRPr lang="en-US" dirty="0"/>
          </a:p>
        </p:txBody>
      </p:sp>
    </p:spTree>
    <p:extLst>
      <p:ext uri="{BB962C8B-B14F-4D97-AF65-F5344CB8AC3E}">
        <p14:creationId xmlns:p14="http://schemas.microsoft.com/office/powerpoint/2010/main" val="19154179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F3328-0FF7-767E-9DC3-4B588ED9A337}"/>
              </a:ext>
            </a:extLst>
          </p:cNvPr>
          <p:cNvSpPr>
            <a:spLocks noGrp="1"/>
          </p:cNvSpPr>
          <p:nvPr>
            <p:ph type="title"/>
          </p:nvPr>
        </p:nvSpPr>
        <p:spPr/>
        <p:txBody>
          <a:bodyPr/>
          <a:lstStyle/>
          <a:p>
            <a:r>
              <a:rPr lang="en-US" dirty="0"/>
              <a:t>Test data factories</a:t>
            </a:r>
          </a:p>
        </p:txBody>
      </p:sp>
      <p:sp>
        <p:nvSpPr>
          <p:cNvPr id="3" name="Text Placeholder 2">
            <a:extLst>
              <a:ext uri="{FF2B5EF4-FFF2-40B4-BE49-F238E27FC236}">
                <a16:creationId xmlns:a16="http://schemas.microsoft.com/office/drawing/2014/main" id="{24C691D4-7EC3-6248-141E-7B658F48D43C}"/>
              </a:ext>
            </a:extLst>
          </p:cNvPr>
          <p:cNvSpPr>
            <a:spLocks noGrp="1"/>
          </p:cNvSpPr>
          <p:nvPr>
            <p:ph type="body" sz="quarter" idx="10"/>
          </p:nvPr>
        </p:nvSpPr>
        <p:spPr/>
        <p:txBody>
          <a:bodyPr/>
          <a:lstStyle/>
          <a:p>
            <a:r>
              <a:rPr lang="en-US" b="1" dirty="0"/>
              <a:t>Issue:</a:t>
            </a:r>
            <a:r>
              <a:rPr lang="en-US" dirty="0"/>
              <a:t> maintaining many similar instances by hand is high-effort, especially when the structure changes</a:t>
            </a:r>
          </a:p>
          <a:p>
            <a:r>
              <a:rPr lang="en-US" dirty="0"/>
              <a:t>Define profiles or FHIRPath Liquid templates to generate instances (profiles less work, Liquid more control)</a:t>
            </a:r>
          </a:p>
          <a:p>
            <a:r>
              <a:rPr lang="en-US" dirty="0"/>
              <a:t>Create examples from CSV, Excel, SQLite, or a ValueSet</a:t>
            </a:r>
          </a:p>
        </p:txBody>
      </p:sp>
      <p:sp>
        <p:nvSpPr>
          <p:cNvPr id="4" name="Text Placeholder 3">
            <a:extLst>
              <a:ext uri="{FF2B5EF4-FFF2-40B4-BE49-F238E27FC236}">
                <a16:creationId xmlns:a16="http://schemas.microsoft.com/office/drawing/2014/main" id="{5EED1649-040B-02A6-2DC4-A834BA8DC2B4}"/>
              </a:ext>
            </a:extLst>
          </p:cNvPr>
          <p:cNvSpPr>
            <a:spLocks noGrp="1"/>
          </p:cNvSpPr>
          <p:nvPr>
            <p:ph type="body" sz="quarter" idx="11"/>
          </p:nvPr>
        </p:nvSpPr>
        <p:spPr/>
        <p:txBody>
          <a:bodyPr/>
          <a:lstStyle/>
          <a:p>
            <a:r>
              <a:rPr lang="en-US" dirty="0">
                <a:hlinkClick r:id="rId3" tooltip="https://github.com/FHIR/ig-guidance/blob/2d187de10be0ade6e1cc8b9e9a476112fae262c3/input/howto.xml#L266"/>
              </a:rPr>
              <a:t>Factory declaration</a:t>
            </a:r>
            <a:endParaRPr lang="en-US" dirty="0"/>
          </a:p>
          <a:p>
            <a:r>
              <a:rPr lang="en-US" dirty="0">
                <a:hlinkClick r:id="rId4" tooltip="https://github.com/FHIR/ig-guidance/tree/master/factories"/>
              </a:rPr>
              <a:t>Factory folder</a:t>
            </a:r>
            <a:endParaRPr lang="en-US" dirty="0"/>
          </a:p>
          <a:p>
            <a:r>
              <a:rPr lang="en-US" dirty="0">
                <a:hlinkClick r:id="rId5" tooltip="https://github.com/FHIR/ig-guidance/blob/master/factories/factories.json"/>
              </a:rPr>
              <a:t>Factory definition</a:t>
            </a:r>
            <a:endParaRPr lang="en-US" dirty="0"/>
          </a:p>
          <a:p>
            <a:r>
              <a:rPr lang="en-US" dirty="0">
                <a:hlinkClick r:id="rId6" tooltip="https://github.com/FHIR/ig-guidance/blob/master/factories/patient.liquid"/>
              </a:rPr>
              <a:t>Liquid example</a:t>
            </a:r>
            <a:endParaRPr lang="en-US" dirty="0"/>
          </a:p>
          <a:p>
            <a:r>
              <a:rPr lang="en-US" dirty="0">
                <a:hlinkClick r:id="rId7" tooltip="https://github.com/FHIR/ig-guidance/blob/master/factories/data.csv"/>
              </a:rPr>
              <a:t>Source CSV</a:t>
            </a:r>
            <a:endParaRPr lang="en-US" dirty="0"/>
          </a:p>
          <a:p>
            <a:r>
              <a:rPr lang="en-US" dirty="0">
                <a:hlinkClick r:id="rId8" tooltip="https://github.com/FHIR/ig-guidance/blob/master/factories/patient-cases.xlsx"/>
              </a:rPr>
              <a:t>Source Excel</a:t>
            </a:r>
            <a:endParaRPr lang="en-US" dirty="0"/>
          </a:p>
          <a:p>
            <a:r>
              <a:rPr lang="en-US" dirty="0">
                <a:hlinkClick r:id="rId9" tooltip="https://build.fhir.org/ig/FHIR/ig-guidance/Patient-47234.html"/>
              </a:rPr>
              <a:t>Rendered example</a:t>
            </a:r>
            <a:endParaRPr lang="en-US" dirty="0"/>
          </a:p>
        </p:txBody>
      </p:sp>
    </p:spTree>
    <p:extLst>
      <p:ext uri="{BB962C8B-B14F-4D97-AF65-F5344CB8AC3E}">
        <p14:creationId xmlns:p14="http://schemas.microsoft.com/office/powerpoint/2010/main" val="28792139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436EE-01E0-0BA2-89DD-14C6D0177B8B}"/>
              </a:ext>
            </a:extLst>
          </p:cNvPr>
          <p:cNvSpPr>
            <a:spLocks noGrp="1"/>
          </p:cNvSpPr>
          <p:nvPr>
            <p:ph type="title"/>
          </p:nvPr>
        </p:nvSpPr>
        <p:spPr/>
        <p:txBody>
          <a:bodyPr/>
          <a:lstStyle/>
          <a:p>
            <a:r>
              <a:rPr lang="en-US" dirty="0"/>
              <a:t>Presenting arbitrary JSON and XML</a:t>
            </a:r>
          </a:p>
        </p:txBody>
      </p:sp>
      <p:sp>
        <p:nvSpPr>
          <p:cNvPr id="3" name="Text Placeholder 2">
            <a:extLst>
              <a:ext uri="{FF2B5EF4-FFF2-40B4-BE49-F238E27FC236}">
                <a16:creationId xmlns:a16="http://schemas.microsoft.com/office/drawing/2014/main" id="{6FB94BD2-F704-7D0F-7E5F-E5AB8DB5055C}"/>
              </a:ext>
            </a:extLst>
          </p:cNvPr>
          <p:cNvSpPr>
            <a:spLocks noGrp="1"/>
          </p:cNvSpPr>
          <p:nvPr>
            <p:ph type="body" sz="quarter" idx="10"/>
          </p:nvPr>
        </p:nvSpPr>
        <p:spPr/>
        <p:txBody>
          <a:bodyPr/>
          <a:lstStyle/>
          <a:p>
            <a:r>
              <a:rPr lang="en-US" b="1" dirty="0"/>
              <a:t>Issue:</a:t>
            </a:r>
            <a:r>
              <a:rPr lang="en-US" dirty="0"/>
              <a:t> We can already render test data and run SQL-on-FHIR against resource data.  What about arbitrary JSON or XML you want to display?</a:t>
            </a:r>
          </a:p>
          <a:p>
            <a:r>
              <a:rPr lang="en-US" dirty="0"/>
              <a:t>Define a FHIRPath Liquid file that navigates the structure</a:t>
            </a:r>
          </a:p>
          <a:p>
            <a:r>
              <a:rPr lang="en-US" dirty="0"/>
              <a:t>Embed a command in your page to process the file with that Liquid</a:t>
            </a:r>
          </a:p>
        </p:txBody>
      </p:sp>
      <p:sp>
        <p:nvSpPr>
          <p:cNvPr id="4" name="Text Placeholder 3">
            <a:extLst>
              <a:ext uri="{FF2B5EF4-FFF2-40B4-BE49-F238E27FC236}">
                <a16:creationId xmlns:a16="http://schemas.microsoft.com/office/drawing/2014/main" id="{F64B3754-7215-25D0-507E-5E56F65BD2EE}"/>
              </a:ext>
            </a:extLst>
          </p:cNvPr>
          <p:cNvSpPr>
            <a:spLocks noGrp="1"/>
          </p:cNvSpPr>
          <p:nvPr>
            <p:ph type="body" sz="quarter" idx="11"/>
          </p:nvPr>
        </p:nvSpPr>
        <p:spPr/>
        <p:txBody>
          <a:bodyPr/>
          <a:lstStyle/>
          <a:p>
            <a:r>
              <a:rPr lang="en-US" dirty="0">
                <a:hlinkClick r:id="rId3" tooltip="https://build.fhir.org/ig/FHIR/ig-guidance/testfactory.html#examples"/>
              </a:rPr>
              <a:t>Example rendering</a:t>
            </a:r>
            <a:endParaRPr lang="en-US" dirty="0"/>
          </a:p>
          <a:p>
            <a:r>
              <a:rPr lang="en-US" dirty="0">
                <a:hlinkClick r:id="rId4" tooltip="https://github.com/FHIR/ig-guidance/blob/master/factories/factories.json"/>
              </a:rPr>
              <a:t>Source file</a:t>
            </a:r>
            <a:endParaRPr lang="en-US" dirty="0"/>
          </a:p>
          <a:p>
            <a:r>
              <a:rPr lang="en-US" dirty="0">
                <a:hlinkClick r:id="rId5" tooltip="https://github.com/FHIR/ig-guidance/blob/master/factories/factories.liquid"/>
              </a:rPr>
              <a:t>Liquid example</a:t>
            </a:r>
            <a:endParaRPr lang="en-US" dirty="0"/>
          </a:p>
        </p:txBody>
      </p:sp>
    </p:spTree>
    <p:extLst>
      <p:ext uri="{BB962C8B-B14F-4D97-AF65-F5344CB8AC3E}">
        <p14:creationId xmlns:p14="http://schemas.microsoft.com/office/powerpoint/2010/main" val="14277128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C783F-6F0F-7736-50CF-087E81985740}"/>
              </a:ext>
            </a:extLst>
          </p:cNvPr>
          <p:cNvSpPr>
            <a:spLocks noGrp="1"/>
          </p:cNvSpPr>
          <p:nvPr>
            <p:ph type="title"/>
          </p:nvPr>
        </p:nvSpPr>
        <p:spPr/>
        <p:txBody>
          <a:bodyPr/>
          <a:lstStyle/>
          <a:p>
            <a:r>
              <a:rPr lang="en-US" dirty="0"/>
              <a:t>LLM-friendly content</a:t>
            </a:r>
          </a:p>
        </p:txBody>
      </p:sp>
      <p:sp>
        <p:nvSpPr>
          <p:cNvPr id="3" name="Text Placeholder 2">
            <a:extLst>
              <a:ext uri="{FF2B5EF4-FFF2-40B4-BE49-F238E27FC236}">
                <a16:creationId xmlns:a16="http://schemas.microsoft.com/office/drawing/2014/main" id="{04B26D67-F5D0-E894-B379-A3B56678A6F8}"/>
              </a:ext>
            </a:extLst>
          </p:cNvPr>
          <p:cNvSpPr>
            <a:spLocks noGrp="1"/>
          </p:cNvSpPr>
          <p:nvPr>
            <p:ph type="body" sz="quarter" idx="10"/>
          </p:nvPr>
        </p:nvSpPr>
        <p:spPr/>
        <p:txBody>
          <a:bodyPr/>
          <a:lstStyle/>
          <a:p>
            <a:r>
              <a:rPr lang="en-US" b="1" dirty="0"/>
              <a:t>Issue: </a:t>
            </a:r>
            <a:r>
              <a:rPr lang="en-US" dirty="0"/>
              <a:t>published IGs are huge, redundant, and token-hungry for LLMs</a:t>
            </a:r>
          </a:p>
          <a:p>
            <a:r>
              <a:rPr lang="en-US" dirty="0"/>
              <a:t>Generate a markdown-only zip</a:t>
            </a:r>
          </a:p>
          <a:p>
            <a:r>
              <a:rPr lang="en-US" dirty="0"/>
              <a:t>Strips redundant generated content and non-meaningful tags</a:t>
            </a:r>
          </a:p>
          <a:p>
            <a:r>
              <a:rPr lang="en-US" dirty="0"/>
              <a:t>An efficient way to feed your IG's knowledge to a model</a:t>
            </a:r>
          </a:p>
        </p:txBody>
      </p:sp>
      <p:sp>
        <p:nvSpPr>
          <p:cNvPr id="4" name="Text Placeholder 3">
            <a:extLst>
              <a:ext uri="{FF2B5EF4-FFF2-40B4-BE49-F238E27FC236}">
                <a16:creationId xmlns:a16="http://schemas.microsoft.com/office/drawing/2014/main" id="{C3D5A4F4-8BD2-9BA5-DAD4-A6E668A17DD3}"/>
              </a:ext>
            </a:extLst>
          </p:cNvPr>
          <p:cNvSpPr>
            <a:spLocks noGrp="1"/>
          </p:cNvSpPr>
          <p:nvPr>
            <p:ph type="body" sz="quarter" idx="11"/>
          </p:nvPr>
        </p:nvSpPr>
        <p:spPr/>
        <p:txBody>
          <a:bodyPr/>
          <a:lstStyle/>
          <a:p>
            <a:r>
              <a:rPr lang="en-US" dirty="0">
                <a:hlinkClick r:id="rId3" tooltip="https://build.fhir.org/ig/HL7/davinci-crd/en/ai.zip"/>
              </a:rPr>
              <a:t>ai.zip</a:t>
            </a:r>
            <a:endParaRPr lang="en-US" dirty="0"/>
          </a:p>
        </p:txBody>
      </p:sp>
    </p:spTree>
    <p:extLst>
      <p:ext uri="{BB962C8B-B14F-4D97-AF65-F5344CB8AC3E}">
        <p14:creationId xmlns:p14="http://schemas.microsoft.com/office/powerpoint/2010/main" val="11786396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5ECF2-67A3-04F7-2DDC-B4AAA083CF74}"/>
              </a:ext>
            </a:extLst>
          </p:cNvPr>
          <p:cNvSpPr>
            <a:spLocks noGrp="1"/>
          </p:cNvSpPr>
          <p:nvPr>
            <p:ph type="title"/>
          </p:nvPr>
        </p:nvSpPr>
        <p:spPr/>
        <p:txBody>
          <a:bodyPr/>
          <a:lstStyle/>
          <a:p>
            <a:r>
              <a:rPr lang="en-US" dirty="0"/>
              <a:t>Related IGs</a:t>
            </a:r>
          </a:p>
        </p:txBody>
      </p:sp>
      <p:sp>
        <p:nvSpPr>
          <p:cNvPr id="3" name="Text Placeholder 2">
            <a:extLst>
              <a:ext uri="{FF2B5EF4-FFF2-40B4-BE49-F238E27FC236}">
                <a16:creationId xmlns:a16="http://schemas.microsoft.com/office/drawing/2014/main" id="{63576B00-3E2C-0595-4B20-32FDD2CA3448}"/>
              </a:ext>
            </a:extLst>
          </p:cNvPr>
          <p:cNvSpPr>
            <a:spLocks noGrp="1"/>
          </p:cNvSpPr>
          <p:nvPr>
            <p:ph type="body" sz="quarter" idx="10"/>
          </p:nvPr>
        </p:nvSpPr>
        <p:spPr/>
        <p:txBody>
          <a:bodyPr/>
          <a:lstStyle/>
          <a:p>
            <a:r>
              <a:rPr lang="en-US" b="1" dirty="0"/>
              <a:t>Issue: </a:t>
            </a:r>
            <a:r>
              <a:rPr lang="en-US" dirty="0"/>
              <a:t>for hl7.org URLs the Publisher flags anything unrecognized as an error</a:t>
            </a:r>
          </a:p>
          <a:p>
            <a:r>
              <a:rPr lang="en-US" dirty="0"/>
              <a:t>The usual fix, declaring a dependency, drags in the whole artifact and slows builds</a:t>
            </a:r>
          </a:p>
          <a:p>
            <a:r>
              <a:rPr lang="en-US" dirty="0"/>
              <a:t>Declare an IG as “related” to resolve its links without a full IG dependency</a:t>
            </a:r>
          </a:p>
        </p:txBody>
      </p:sp>
      <p:sp>
        <p:nvSpPr>
          <p:cNvPr id="4" name="Text Placeholder 3">
            <a:extLst>
              <a:ext uri="{FF2B5EF4-FFF2-40B4-BE49-F238E27FC236}">
                <a16:creationId xmlns:a16="http://schemas.microsoft.com/office/drawing/2014/main" id="{33CF259C-D612-1A74-D149-1F382258F9FE}"/>
              </a:ext>
            </a:extLst>
          </p:cNvPr>
          <p:cNvSpPr>
            <a:spLocks noGrp="1"/>
          </p:cNvSpPr>
          <p:nvPr>
            <p:ph type="body" sz="quarter" idx="11"/>
          </p:nvPr>
        </p:nvSpPr>
        <p:spPr/>
        <p:txBody>
          <a:bodyPr/>
          <a:lstStyle/>
          <a:p>
            <a:r>
              <a:rPr lang="en-US" dirty="0">
                <a:hlinkClick r:id="rId3" tooltip="https://github.com/HL7/cds-hooks-library/blob/5d04c4dee2e0f0e09ada6862705e86daa818a70f/sushi-config.yaml#L96"/>
              </a:rPr>
              <a:t>Declaration</a:t>
            </a:r>
            <a:endParaRPr lang="en-US" dirty="0"/>
          </a:p>
          <a:p>
            <a:r>
              <a:rPr lang="en-US" dirty="0">
                <a:hlinkClick r:id="rId4" tooltip="https://raw.githubusercontent.com/HL7/cds-hooks-library/refs/heads/main/input/pagecontent/index.md"/>
              </a:rPr>
              <a:t>Reference</a:t>
            </a:r>
            <a:endParaRPr lang="en-US" dirty="0"/>
          </a:p>
        </p:txBody>
      </p:sp>
    </p:spTree>
    <p:extLst>
      <p:ext uri="{BB962C8B-B14F-4D97-AF65-F5344CB8AC3E}">
        <p14:creationId xmlns:p14="http://schemas.microsoft.com/office/powerpoint/2010/main" val="39483314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33B87-6BCF-5ADC-FFE2-3568E9A95E76}"/>
              </a:ext>
            </a:extLst>
          </p:cNvPr>
          <p:cNvSpPr>
            <a:spLocks noGrp="1"/>
          </p:cNvSpPr>
          <p:nvPr>
            <p:ph type="title"/>
          </p:nvPr>
        </p:nvSpPr>
        <p:spPr/>
        <p:txBody>
          <a:bodyPr/>
          <a:lstStyle/>
          <a:p>
            <a:r>
              <a:rPr lang="en-US" dirty="0"/>
              <a:t>Profile test cases</a:t>
            </a:r>
          </a:p>
        </p:txBody>
      </p:sp>
      <p:sp>
        <p:nvSpPr>
          <p:cNvPr id="3" name="Text Placeholder 2">
            <a:extLst>
              <a:ext uri="{FF2B5EF4-FFF2-40B4-BE49-F238E27FC236}">
                <a16:creationId xmlns:a16="http://schemas.microsoft.com/office/drawing/2014/main" id="{3123E2B7-8CC8-B71B-B0F7-9E3C6535A47C}"/>
              </a:ext>
            </a:extLst>
          </p:cNvPr>
          <p:cNvSpPr>
            <a:spLocks noGrp="1"/>
          </p:cNvSpPr>
          <p:nvPr>
            <p:ph type="body" sz="quarter" idx="10"/>
          </p:nvPr>
        </p:nvSpPr>
        <p:spPr/>
        <p:txBody>
          <a:bodyPr/>
          <a:lstStyle/>
          <a:p>
            <a:r>
              <a:rPr lang="en-US" b="1" dirty="0"/>
              <a:t>Issue:</a:t>
            </a:r>
            <a:r>
              <a:rPr lang="en-US" dirty="0"/>
              <a:t> published examples must validate, but you want deliberately-invalid ones to test constraints and slicing</a:t>
            </a:r>
          </a:p>
          <a:p>
            <a:r>
              <a:rPr lang="en-US" dirty="0"/>
              <a:t>Designate instances as test-case examples</a:t>
            </a:r>
          </a:p>
          <a:p>
            <a:r>
              <a:rPr lang="en-US" dirty="0"/>
              <a:t>Declare the expected error results so they do not fail your build</a:t>
            </a:r>
          </a:p>
        </p:txBody>
      </p:sp>
      <p:sp>
        <p:nvSpPr>
          <p:cNvPr id="4" name="Text Placeholder 3">
            <a:extLst>
              <a:ext uri="{FF2B5EF4-FFF2-40B4-BE49-F238E27FC236}">
                <a16:creationId xmlns:a16="http://schemas.microsoft.com/office/drawing/2014/main" id="{8A4B3DDD-C57C-7C81-2584-8B795AC097D7}"/>
              </a:ext>
            </a:extLst>
          </p:cNvPr>
          <p:cNvSpPr>
            <a:spLocks noGrp="1"/>
          </p:cNvSpPr>
          <p:nvPr>
            <p:ph type="body" sz="quarter" idx="11"/>
          </p:nvPr>
        </p:nvSpPr>
        <p:spPr/>
        <p:txBody>
          <a:bodyPr/>
          <a:lstStyle/>
          <a:p>
            <a:r>
              <a:rPr lang="en-US" dirty="0">
                <a:hlinkClick r:id="rId3" tooltip="https://build.fhir.org/ig/FHIR/ig-guidance/profile-test-cases.html"/>
              </a:rPr>
              <a:t>Documentation</a:t>
            </a:r>
            <a:endParaRPr lang="en-US" dirty="0"/>
          </a:p>
        </p:txBody>
      </p:sp>
    </p:spTree>
    <p:extLst>
      <p:ext uri="{BB962C8B-B14F-4D97-AF65-F5344CB8AC3E}">
        <p14:creationId xmlns:p14="http://schemas.microsoft.com/office/powerpoint/2010/main" val="1365304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14526-1942-4441-DE0A-471C613546E1}"/>
              </a:ext>
            </a:extLst>
          </p:cNvPr>
          <p:cNvSpPr>
            <a:spLocks noGrp="1"/>
          </p:cNvSpPr>
          <p:nvPr>
            <p:ph type="title"/>
          </p:nvPr>
        </p:nvSpPr>
        <p:spPr/>
        <p:txBody>
          <a:bodyPr/>
          <a:lstStyle/>
          <a:p>
            <a:r>
              <a:rPr lang="en-US" dirty="0"/>
              <a:t>Summing up</a:t>
            </a:r>
          </a:p>
        </p:txBody>
      </p:sp>
      <p:sp>
        <p:nvSpPr>
          <p:cNvPr id="3" name="Text Placeholder 2">
            <a:extLst>
              <a:ext uri="{FF2B5EF4-FFF2-40B4-BE49-F238E27FC236}">
                <a16:creationId xmlns:a16="http://schemas.microsoft.com/office/drawing/2014/main" id="{FA868840-CA5F-B98F-8326-F020C844CDAA}"/>
              </a:ext>
            </a:extLst>
          </p:cNvPr>
          <p:cNvSpPr>
            <a:spLocks noGrp="1"/>
          </p:cNvSpPr>
          <p:nvPr>
            <p:ph type="body" sz="quarter" idx="10"/>
          </p:nvPr>
        </p:nvSpPr>
        <p:spPr/>
        <p:txBody>
          <a:bodyPr/>
          <a:lstStyle/>
          <a:p>
            <a:r>
              <a:rPr lang="en-US" dirty="0"/>
              <a:t>The IG Publisher has a lot of pretty cool features, and more arrive regularly</a:t>
            </a:r>
          </a:p>
          <a:p>
            <a:r>
              <a:rPr lang="en-US" dirty="0"/>
              <a:t>How-to for many of these lives in the IG Guidance IG</a:t>
            </a:r>
          </a:p>
          <a:p>
            <a:r>
              <a:rPr lang="en-US" dirty="0"/>
              <a:t>Ask questions on the IG Creation stream at chat.fhir.org</a:t>
            </a:r>
          </a:p>
        </p:txBody>
      </p:sp>
      <p:sp>
        <p:nvSpPr>
          <p:cNvPr id="4" name="Text Placeholder 3">
            <a:extLst>
              <a:ext uri="{FF2B5EF4-FFF2-40B4-BE49-F238E27FC236}">
                <a16:creationId xmlns:a16="http://schemas.microsoft.com/office/drawing/2014/main" id="{D12FB0F6-17AD-C802-6FEF-B5BCEF3F846C}"/>
              </a:ext>
            </a:extLst>
          </p:cNvPr>
          <p:cNvSpPr>
            <a:spLocks noGrp="1"/>
          </p:cNvSpPr>
          <p:nvPr>
            <p:ph type="body" sz="quarter" idx="11"/>
          </p:nvPr>
        </p:nvSpPr>
        <p:spPr/>
        <p:txBody>
          <a:bodyPr/>
          <a:lstStyle/>
          <a:p>
            <a:r>
              <a:rPr lang="en-US" dirty="0">
                <a:hlinkClick r:id="rId3" tooltip="https://build.fhir.org/ig/FHIR/ig-guidance"/>
              </a:rPr>
              <a:t>IG Guidance IG</a:t>
            </a:r>
            <a:endParaRPr lang="en-US" dirty="0"/>
          </a:p>
          <a:p>
            <a:r>
              <a:rPr lang="en-US" dirty="0">
                <a:hlinkClick r:id="rId4" tooltip="https://chat.fhir.org"/>
              </a:rPr>
              <a:t>IG Creation stream</a:t>
            </a:r>
            <a:endParaRPr lang="en-US" dirty="0"/>
          </a:p>
        </p:txBody>
      </p:sp>
    </p:spTree>
    <p:extLst>
      <p:ext uri="{BB962C8B-B14F-4D97-AF65-F5344CB8AC3E}">
        <p14:creationId xmlns:p14="http://schemas.microsoft.com/office/powerpoint/2010/main" val="34582010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406A7-423D-897B-9C01-5B9B07CB81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4E3342-DCF0-4B89-A727-A52A53BED9AC}"/>
              </a:ext>
            </a:extLst>
          </p:cNvPr>
          <p:cNvSpPr>
            <a:spLocks noGrp="1"/>
          </p:cNvSpPr>
          <p:nvPr>
            <p:ph type="title"/>
          </p:nvPr>
        </p:nvSpPr>
        <p:spPr/>
        <p:txBody>
          <a:bodyPr/>
          <a:lstStyle/>
          <a:p>
            <a:r>
              <a:rPr lang="en-US" dirty="0"/>
              <a:t>Q&amp;A</a:t>
            </a:r>
            <a:endParaRPr lang="en-NL" dirty="0"/>
          </a:p>
        </p:txBody>
      </p:sp>
      <p:sp>
        <p:nvSpPr>
          <p:cNvPr id="3" name="Text Placeholder 2">
            <a:extLst>
              <a:ext uri="{FF2B5EF4-FFF2-40B4-BE49-F238E27FC236}">
                <a16:creationId xmlns:a16="http://schemas.microsoft.com/office/drawing/2014/main" id="{A3DCD59B-DB00-D6F4-ADF7-D046A34F2EF4}"/>
              </a:ext>
            </a:extLst>
          </p:cNvPr>
          <p:cNvSpPr>
            <a:spLocks noGrp="1"/>
          </p:cNvSpPr>
          <p:nvPr>
            <p:ph type="body" sz="quarter" idx="10"/>
          </p:nvPr>
        </p:nvSpPr>
        <p:spPr>
          <a:xfrm>
            <a:off x="838199" y="1997236"/>
            <a:ext cx="11020426" cy="4225143"/>
          </a:xfrm>
        </p:spPr>
        <p:txBody>
          <a:bodyPr/>
          <a:lstStyle/>
          <a:p>
            <a:r>
              <a:rPr lang="en-US" dirty="0">
                <a:hlinkClick r:id="rId3"/>
              </a:rPr>
              <a:t>lloyd@dogwoodhealthconsulting.com</a:t>
            </a:r>
            <a:endParaRPr lang="en-US" dirty="0"/>
          </a:p>
          <a:p>
            <a:endParaRPr lang="en-US" dirty="0"/>
          </a:p>
          <a:p>
            <a:r>
              <a:rPr lang="en-US" dirty="0"/>
              <a:t>Or better yet, include the community and ask/discuss on chat.fhir.org</a:t>
            </a:r>
          </a:p>
          <a:p>
            <a:pPr marL="0" indent="0">
              <a:buNone/>
            </a:pPr>
            <a:endParaRPr lang="en-NL" dirty="0"/>
          </a:p>
        </p:txBody>
      </p:sp>
      <p:grpSp>
        <p:nvGrpSpPr>
          <p:cNvPr id="4" name="Group 3">
            <a:extLst>
              <a:ext uri="{FF2B5EF4-FFF2-40B4-BE49-F238E27FC236}">
                <a16:creationId xmlns:a16="http://schemas.microsoft.com/office/drawing/2014/main" id="{04BB3722-118E-7351-CB48-EE4445E3596F}"/>
              </a:ext>
            </a:extLst>
          </p:cNvPr>
          <p:cNvGrpSpPr/>
          <p:nvPr/>
        </p:nvGrpSpPr>
        <p:grpSpPr>
          <a:xfrm>
            <a:off x="4391247" y="3419085"/>
            <a:ext cx="3429480" cy="2870045"/>
            <a:chOff x="3528172" y="3420408"/>
            <a:chExt cx="3429480" cy="2870045"/>
          </a:xfrm>
        </p:grpSpPr>
        <p:pic>
          <p:nvPicPr>
            <p:cNvPr id="5" name="Picture 4">
              <a:extLst>
                <a:ext uri="{FF2B5EF4-FFF2-40B4-BE49-F238E27FC236}">
                  <a16:creationId xmlns:a16="http://schemas.microsoft.com/office/drawing/2014/main" id="{EBC6746A-B689-C43F-13BA-D5324D66055D}"/>
                </a:ext>
              </a:extLst>
            </p:cNvPr>
            <p:cNvPicPr>
              <a:picLocks noChangeAspect="1"/>
            </p:cNvPicPr>
            <p:nvPr/>
          </p:nvPicPr>
          <p:blipFill>
            <a:blip r:embed="rId4"/>
            <a:stretch>
              <a:fillRect/>
            </a:stretch>
          </p:blipFill>
          <p:spPr>
            <a:xfrm>
              <a:off x="5234346" y="4326571"/>
              <a:ext cx="1723306" cy="1963882"/>
            </a:xfrm>
            <a:prstGeom prst="rect">
              <a:avLst/>
            </a:prstGeom>
          </p:spPr>
        </p:pic>
        <p:sp>
          <p:nvSpPr>
            <p:cNvPr id="6" name="Oval 5">
              <a:extLst>
                <a:ext uri="{FF2B5EF4-FFF2-40B4-BE49-F238E27FC236}">
                  <a16:creationId xmlns:a16="http://schemas.microsoft.com/office/drawing/2014/main" id="{6D6C0EC7-8C9D-1873-539E-677B9DCE53CE}"/>
                </a:ext>
              </a:extLst>
            </p:cNvPr>
            <p:cNvSpPr/>
            <p:nvPr/>
          </p:nvSpPr>
          <p:spPr>
            <a:xfrm>
              <a:off x="5309755" y="4109807"/>
              <a:ext cx="1496290" cy="1660606"/>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7" name="Picture 6">
              <a:extLst>
                <a:ext uri="{FF2B5EF4-FFF2-40B4-BE49-F238E27FC236}">
                  <a16:creationId xmlns:a16="http://schemas.microsoft.com/office/drawing/2014/main" id="{E551F66F-D53A-CE26-D2FA-94BBC821374E}"/>
                </a:ext>
              </a:extLst>
            </p:cNvPr>
            <p:cNvPicPr>
              <a:picLocks noChangeAspect="1"/>
            </p:cNvPicPr>
            <p:nvPr/>
          </p:nvPicPr>
          <p:blipFill>
            <a:blip r:embed="rId5"/>
            <a:stretch>
              <a:fillRect/>
            </a:stretch>
          </p:blipFill>
          <p:spPr>
            <a:xfrm>
              <a:off x="5032157" y="3743121"/>
              <a:ext cx="1894322" cy="2071126"/>
            </a:xfrm>
            <a:prstGeom prst="rect">
              <a:avLst/>
            </a:prstGeom>
          </p:spPr>
        </p:pic>
        <p:pic>
          <p:nvPicPr>
            <p:cNvPr id="8" name="Picture 7">
              <a:extLst>
                <a:ext uri="{FF2B5EF4-FFF2-40B4-BE49-F238E27FC236}">
                  <a16:creationId xmlns:a16="http://schemas.microsoft.com/office/drawing/2014/main" id="{C2FB2E4A-717C-0172-BBA8-BB04E6EC070B}"/>
                </a:ext>
              </a:extLst>
            </p:cNvPr>
            <p:cNvPicPr>
              <a:picLocks noChangeAspect="1"/>
            </p:cNvPicPr>
            <p:nvPr/>
          </p:nvPicPr>
          <p:blipFill>
            <a:blip r:embed="rId6"/>
            <a:stretch>
              <a:fillRect/>
            </a:stretch>
          </p:blipFill>
          <p:spPr>
            <a:xfrm rot="6657920">
              <a:off x="3581935" y="3366645"/>
              <a:ext cx="1963600" cy="2071126"/>
            </a:xfrm>
            <a:prstGeom prst="rect">
              <a:avLst/>
            </a:prstGeom>
          </p:spPr>
        </p:pic>
      </p:grpSp>
    </p:spTree>
    <p:extLst>
      <p:ext uri="{BB962C8B-B14F-4D97-AF65-F5344CB8AC3E}">
        <p14:creationId xmlns:p14="http://schemas.microsoft.com/office/powerpoint/2010/main" val="26533335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80914-D3A0-C488-B986-BC1E8D95E9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3FD873-805E-0520-5D5B-98A361E0883B}"/>
              </a:ext>
            </a:extLst>
          </p:cNvPr>
          <p:cNvSpPr>
            <a:spLocks noGrp="1"/>
          </p:cNvSpPr>
          <p:nvPr>
            <p:ph type="title"/>
          </p:nvPr>
        </p:nvSpPr>
        <p:spPr/>
        <p:txBody>
          <a:bodyPr/>
          <a:lstStyle/>
          <a:p>
            <a:r>
              <a:rPr lang="en-US" dirty="0"/>
              <a:t>Feedback</a:t>
            </a:r>
            <a:endParaRPr lang="en-NL" dirty="0"/>
          </a:p>
        </p:txBody>
      </p:sp>
      <p:sp>
        <p:nvSpPr>
          <p:cNvPr id="3" name="Text Placeholder 2">
            <a:extLst>
              <a:ext uri="{FF2B5EF4-FFF2-40B4-BE49-F238E27FC236}">
                <a16:creationId xmlns:a16="http://schemas.microsoft.com/office/drawing/2014/main" id="{4FB5B61A-DD9A-93C6-67EB-5421DB8A3824}"/>
              </a:ext>
            </a:extLst>
          </p:cNvPr>
          <p:cNvSpPr>
            <a:spLocks noGrp="1"/>
          </p:cNvSpPr>
          <p:nvPr>
            <p:ph type="body" sz="quarter" idx="10"/>
          </p:nvPr>
        </p:nvSpPr>
        <p:spPr>
          <a:xfrm>
            <a:off x="838199" y="1997236"/>
            <a:ext cx="6515101" cy="4225143"/>
          </a:xfrm>
        </p:spPr>
        <p:txBody>
          <a:bodyPr/>
          <a:lstStyle/>
          <a:p>
            <a:r>
              <a:rPr lang="en-US" dirty="0"/>
              <a:t>Include link and/or QR code to </a:t>
            </a:r>
            <a:br>
              <a:rPr lang="en-US" dirty="0"/>
            </a:br>
            <a:r>
              <a:rPr lang="en-US" dirty="0"/>
              <a:t>collect feedback on your talk </a:t>
            </a:r>
            <a:br>
              <a:rPr lang="en-US" dirty="0"/>
            </a:br>
            <a:r>
              <a:rPr lang="en-US" dirty="0"/>
              <a:t>and DevDays</a:t>
            </a:r>
          </a:p>
          <a:p>
            <a:r>
              <a:rPr lang="nl-NL" dirty="0">
                <a:hlinkClick r:id="rId3"/>
              </a:rPr>
              <a:t>https://www.devdays.com/feedback/</a:t>
            </a:r>
            <a:endParaRPr lang="nl-NL" sz="2400" dirty="0"/>
          </a:p>
          <a:p>
            <a:endParaRPr lang="en-NL" dirty="0"/>
          </a:p>
        </p:txBody>
      </p:sp>
      <p:pic>
        <p:nvPicPr>
          <p:cNvPr id="9" name="Afbeelding 8">
            <a:extLst>
              <a:ext uri="{FF2B5EF4-FFF2-40B4-BE49-F238E27FC236}">
                <a16:creationId xmlns:a16="http://schemas.microsoft.com/office/drawing/2014/main" id="{1F0A7CE0-A52B-A41A-FD5C-ABB2F7373211}"/>
              </a:ext>
            </a:extLst>
          </p:cNvPr>
          <p:cNvPicPr>
            <a:picLocks noChangeAspect="1"/>
          </p:cNvPicPr>
          <p:nvPr/>
        </p:nvPicPr>
        <p:blipFill>
          <a:blip r:embed="rId4"/>
          <a:stretch>
            <a:fillRect/>
          </a:stretch>
        </p:blipFill>
        <p:spPr>
          <a:xfrm>
            <a:off x="7049651" y="1022040"/>
            <a:ext cx="4304149" cy="5200339"/>
          </a:xfrm>
          <a:prstGeom prst="rect">
            <a:avLst/>
          </a:prstGeom>
        </p:spPr>
      </p:pic>
    </p:spTree>
    <p:extLst>
      <p:ext uri="{BB962C8B-B14F-4D97-AF65-F5344CB8AC3E}">
        <p14:creationId xmlns:p14="http://schemas.microsoft.com/office/powerpoint/2010/main" val="30254279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981235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a:defRPr sz="3000" b="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A419419-D26D-4189-833B-6FC7046E9317}">
  <we:reference id="11d7cf85-ae5a-43b8-bc58-1e1a151cce24" version="1.0.0.1" store="EXCatalog" storeType="EXCatalog"/>
  <we:alternateReferences>
    <we:reference id="WA200010725" version="1.0.0.1" store="en-US" storeType="OMEX"/>
  </we:alternateReferences>
  <we:properties>
    <we:property name="claude.fileId" value="&quot;e1a5b47e-580d-49b5-a39b-70713c006af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17608</TotalTime>
  <Words>2063</Words>
  <Application>Microsoft Office PowerPoint</Application>
  <PresentationFormat>Widescreen</PresentationFormat>
  <Paragraphs>187</Paragraphs>
  <Slides>23</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Open Sans</vt:lpstr>
      <vt:lpstr>Open Sans Semibold</vt:lpstr>
      <vt:lpstr>Roboto</vt:lpstr>
      <vt:lpstr>Office Theme</vt:lpstr>
      <vt:lpstr>Lloyd McKenzie, Dogwood Health Consulting</vt:lpstr>
      <vt:lpstr>Who am I?</vt:lpstr>
      <vt:lpstr>About this presentation</vt:lpstr>
      <vt:lpstr>Requirements declaration</vt:lpstr>
      <vt:lpstr>Change tracking</vt:lpstr>
      <vt:lpstr>Template-based validation</vt:lpstr>
      <vt:lpstr>Logical model instance validation</vt:lpstr>
      <vt:lpstr>Instance fragments</vt:lpstr>
      <vt:lpstr>Working with Binaries</vt:lpstr>
      <vt:lpstr>Narrative control with Liquid</vt:lpstr>
      <vt:lpstr>OpenEHR rendering</vt:lpstr>
      <vt:lpstr>Mermaid and PlantUML</vt:lpstr>
      <vt:lpstr>UML class diagrams for profiles</vt:lpstr>
      <vt:lpstr>Embedded SQL-on-FHIR</vt:lpstr>
      <vt:lpstr>Test data factories</vt:lpstr>
      <vt:lpstr>Presenting arbitrary JSON and XML</vt:lpstr>
      <vt:lpstr>LLM-friendly content</vt:lpstr>
      <vt:lpstr>Related IGs</vt:lpstr>
      <vt:lpstr>Profile test cases</vt:lpstr>
      <vt:lpstr>Summing up</vt:lpstr>
      <vt:lpstr>Q&amp;A</vt:lpstr>
      <vt:lpstr>Feedback</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Marita</dc:creator>
  <cp:keywords/>
  <dc:description/>
  <cp:lastModifiedBy>Lloyd McKenzie</cp:lastModifiedBy>
  <cp:revision>295</cp:revision>
  <dcterms:created xsi:type="dcterms:W3CDTF">2017-07-13T07:33:22Z</dcterms:created>
  <dcterms:modified xsi:type="dcterms:W3CDTF">2026-06-15T23:58:22Z</dcterms:modified>
  <cp:category/>
</cp:coreProperties>
</file>